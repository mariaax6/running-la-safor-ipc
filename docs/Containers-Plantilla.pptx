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383429-C382-46CB-82A0-3EF1D69A096E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3D1468-CB98-4D76-A74D-478C0E70DD7C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5C74DF-2161-48AA-828D-1A8459AD8708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280" cy="581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440" cy="581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2BCFAF-D7AC-49F7-9A88-53BC77322D4C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21EE56-C6E1-4F2B-8E58-5D64BAF3146A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800" cy="285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80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1366A2-C820-4AC4-B898-07D4C4CC9DFE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DE5FB7-69A3-4F15-9DD9-22C69772BD85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920" cy="82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920" cy="368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480" cy="82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480" cy="368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A5C43C-60CE-41E8-8264-A9C2610DBFCA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9D662C-69EE-43E3-B2A3-2BEB3F1D7A4A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6A5C4A-EB8D-4ABA-8FA8-5AD4616323E0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62A9DA-0975-4D83-8679-A0578C10376C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2 Marcador de contenido"/>
          <p:cNvSpPr/>
          <p:nvPr/>
        </p:nvSpPr>
        <p:spPr>
          <a:xfrm>
            <a:off x="3651840" y="1213920"/>
            <a:ext cx="2518560" cy="4987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: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200000"/>
              <a:buFont typeface="Wingdings" charset="2"/>
              <a:buChar char="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System action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User action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►►In parallel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Replaces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uadroTexto 35"/>
          <p:cNvSpPr/>
          <p:nvPr/>
        </p:nvSpPr>
        <p:spPr>
          <a:xfrm>
            <a:off x="644760" y="363240"/>
            <a:ext cx="2237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Plantilla contenedor principal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CuadroTexto 36"/>
          <p:cNvSpPr/>
          <p:nvPr/>
        </p:nvSpPr>
        <p:spPr>
          <a:xfrm>
            <a:off x="3651840" y="567720"/>
            <a:ext cx="2422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Regular container template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2 Marcador de contenido 3"/>
          <p:cNvSpPr/>
          <p:nvPr/>
        </p:nvSpPr>
        <p:spPr>
          <a:xfrm>
            <a:off x="541440" y="1080360"/>
            <a:ext cx="2518560" cy="53996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Principal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Acceder rápidamente a las funciones más importantes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Ir a Actividades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Ir a Historial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Ir a Mapas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Ir a Perfil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Cerrar sesión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355680"/>
              </a:tabLst>
            </a:pP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Actividades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Historial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Perfil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Mapas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34"/>
              </a:spcBef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34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Solo accesible con sesión iniciada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5 Redondear rectángulo de esquina diagonal"/>
          <p:cNvSpPr/>
          <p:nvPr/>
        </p:nvSpPr>
        <p:spPr>
          <a:xfrm>
            <a:off x="6660000" y="2160000"/>
            <a:ext cx="1562400" cy="64764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Principal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5 Redondear rectángulo de esquina diagonal 1"/>
          <p:cNvSpPr/>
          <p:nvPr/>
        </p:nvSpPr>
        <p:spPr>
          <a:xfrm>
            <a:off x="8640000" y="2160000"/>
            <a:ext cx="1562400" cy="64764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5 Redondear rectángulo de esquina diagonal 2"/>
          <p:cNvSpPr/>
          <p:nvPr/>
        </p:nvSpPr>
        <p:spPr>
          <a:xfrm>
            <a:off x="8640000" y="3232800"/>
            <a:ext cx="1562400" cy="64764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" name="Conector recto de flecha 10"/>
          <p:cNvCxnSpPr>
            <a:stCxn id="63" idx="3"/>
            <a:endCxn id="64" idx="1"/>
          </p:cNvCxnSpPr>
          <p:nvPr/>
        </p:nvCxnSpPr>
        <p:spPr>
          <a:xfrm>
            <a:off x="8222400" y="2483640"/>
            <a:ext cx="4179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cxnSp>
        <p:nvCxnSpPr>
          <p:cNvPr id="67" name="Conector recto de flecha 13"/>
          <p:cNvCxnSpPr>
            <a:stCxn id="63" idx="3"/>
            <a:endCxn id="65" idx="1"/>
          </p:cNvCxnSpPr>
          <p:nvPr/>
        </p:nvCxnSpPr>
        <p:spPr>
          <a:xfrm>
            <a:off x="8222400" y="2483640"/>
            <a:ext cx="417960" cy="10731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68" name="CuadroTexto 37"/>
          <p:cNvSpPr/>
          <p:nvPr/>
        </p:nvSpPr>
        <p:spPr>
          <a:xfrm>
            <a:off x="6661440" y="1440000"/>
            <a:ext cx="3238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Content Diagram template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5 Redondear rectángulo de esquina diagonal 3"/>
          <p:cNvSpPr/>
          <p:nvPr/>
        </p:nvSpPr>
        <p:spPr>
          <a:xfrm>
            <a:off x="10497600" y="2160000"/>
            <a:ext cx="1562400" cy="64764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" name="Conector recto de flecha 1"/>
          <p:cNvCxnSpPr>
            <a:stCxn id="64" idx="3"/>
            <a:endCxn id="69" idx="1"/>
          </p:cNvCxnSpPr>
          <p:nvPr/>
        </p:nvCxnSpPr>
        <p:spPr>
          <a:xfrm>
            <a:off x="10202400" y="2483640"/>
            <a:ext cx="295560" cy="360"/>
          </a:xfrm>
          <a:prstGeom prst="straightConnector1">
            <a:avLst/>
          </a:prstGeom>
          <a:ln>
            <a:solidFill>
              <a:srgbClr val="4472c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Application>LibreOffice/25.2.7.2$Windows_X86_64 LibreOffice_project/5cbfd1ab6520636bb5f7b99185aa69bd7456825d</Application>
  <AppVersion>15.0000</AppVersion>
  <Words>73</Words>
  <Paragraphs>29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2021-03-11T14:14:40Z</dcterms:created>
  <dc:creator>Soledad Valero Cubas</dc:creator>
  <dc:description/>
  <dc:language>es-ES</dc:language>
  <cp:lastModifiedBy/>
  <dcterms:modified xsi:type="dcterms:W3CDTF">2026-05-06T19:17:58Z</dcterms:modified>
  <cp:revision>12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1</vt:i4>
  </property>
</Properties>
</file>