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vertical y tex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7640" cy="58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800" cy="58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F994AF-B0A9-42CB-B955-ECDC26C7584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y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86DC9F-97DB-4BA9-AB49-2D54F59184A8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cabezado de sec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160" cy="285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49E0AB-CDFE-40D2-9907-7BB164A4BA32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os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04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04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7137A3-4C73-4BAA-8CF9-6456B617DEBE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280" cy="82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28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840" cy="82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84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56AAE1-E59F-4FFE-99EC-B8D9F317BE15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el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9C45A0-038D-4130-A6AD-14131FD5B5D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1BDB44-70B8-4497-BDA7-8624C0A68589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840" cy="159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760" cy="487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840" cy="381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D77408-2B94-46E4-8D03-62361BCFF665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840" cy="159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760" cy="4872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840" cy="381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B25A48-9B82-4F47-9AB3-95D317251BC2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E59016-1FB0-4EFD-BC97-8340A9BA38C9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y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CEC191-BB7A-467E-8110-AD8B1C7C012E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2 Marcador de contenido"/>
          <p:cNvSpPr/>
          <p:nvPr/>
        </p:nvSpPr>
        <p:spPr>
          <a:xfrm>
            <a:off x="3651840" y="1213920"/>
            <a:ext cx="2518920" cy="498816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: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200000"/>
              <a:buFont typeface="Wingdings" charset="2"/>
              <a:buChar char="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System action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User action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99"/>
              </a:spcBef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►►In parallel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99"/>
              </a:spcBef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► Replaces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2 Marcador de contenido 1"/>
          <p:cNvSpPr/>
          <p:nvPr/>
        </p:nvSpPr>
        <p:spPr>
          <a:xfrm>
            <a:off x="723240" y="1083240"/>
            <a:ext cx="2518920" cy="52192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Nombre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r>
              <a:rPr b="0" lang="en-GB" sz="105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Principal</a:t>
            </a:r>
            <a:endParaRPr b="0" lang="es-E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Objetivo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Acceder rápidamente a las funciones más importantes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Funciones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Abrir actividades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Importar GPX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Abrir historial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Gestionar mapas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Modificar perfil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0720" indent="-228600" defTabSz="9144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200000"/>
              <a:buFont typeface="Arial"/>
              <a:buChar char="•"/>
              <a:tabLst>
                <a:tab algn="l" pos="35568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</a:rPr>
              <a:t>Cerrar sesión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tabLst>
                <a:tab algn="l" pos="355680"/>
              </a:tabLst>
            </a:pP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Enlaces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Actividades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Historial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Perfil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Mapas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000" strike="noStrike" u="none">
                <a:solidFill>
                  <a:schemeClr val="dk1"/>
                </a:solidFill>
                <a:effectLst/>
                <a:uFillTx/>
                <a:latin typeface="Lucida Handwriting"/>
                <a:ea typeface="Microsoft YaHei"/>
              </a:rPr>
              <a:t>► Logout</a:t>
            </a:r>
            <a:endParaRPr b="0" lang="es-E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434"/>
              </a:spcBef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Objectos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Usuario, actividades, mapas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i="1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Restricciones</a:t>
            </a: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340"/>
              </a:spcBef>
              <a:spcAft>
                <a:spcPts val="142"/>
              </a:spcAft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Solo accesible con sesión iniciada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8200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CuadroTexto 35"/>
          <p:cNvSpPr/>
          <p:nvPr/>
        </p:nvSpPr>
        <p:spPr>
          <a:xfrm>
            <a:off x="644760" y="363240"/>
            <a:ext cx="2237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Plantilla contenedor principal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CuadroTexto 36"/>
          <p:cNvSpPr/>
          <p:nvPr/>
        </p:nvSpPr>
        <p:spPr>
          <a:xfrm>
            <a:off x="3651840" y="567720"/>
            <a:ext cx="2422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Regular container template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</TotalTime>
  <Application>LibreOffice/25.2.7.2$Windows_X86_64 LibreOffice_project/5cbfd1ab6520636bb5f7b99185aa69bd7456825d</Application>
  <AppVersion>15.0000</AppVersion>
  <Words>73</Words>
  <Paragraphs>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2021-03-11T14:14:40Z</dcterms:created>
  <dc:creator>Soledad Valero Cubas</dc:creator>
  <dc:description/>
  <dc:language>es-ES</dc:language>
  <cp:lastModifiedBy/>
  <dcterms:modified xsi:type="dcterms:W3CDTF">2026-05-04T20:59:00Z</dcterms:modified>
  <cp:revision>10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1</vt:i4>
  </property>
</Properties>
</file>