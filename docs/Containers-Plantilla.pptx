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FCE477-8716-44F8-8C61-9506A0358A9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E658D9-4062-4989-A735-27AACD944EB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5712DC-FEC4-40CC-9B9E-B1177C49433B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484151-CDD2-491B-AEF9-9FC33057B7F4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462815-4A07-4BE1-BEB6-65CD7559EE1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6A532E-7DB1-45ED-8B20-EA31DC26DB7D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92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08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E47C0E-DDC5-4F10-B2DF-59998616C5B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329964-9BF5-4F98-BA2C-54A5027F20B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46BD8A-BB07-4A81-96D3-5A3530BE776B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F77C13-EE7A-42F4-AF10-AB23D0C4D746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56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56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6F4F8F-A226-40E7-B6AF-22045837673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2 Marcador de contenido"/>
          <p:cNvSpPr/>
          <p:nvPr/>
        </p:nvSpPr>
        <p:spPr>
          <a:xfrm>
            <a:off x="3651840" y="1213920"/>
            <a:ext cx="2518200" cy="49874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200000"/>
              <a:buFont typeface="Wingdings" charset="2"/>
              <a:buChar char="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System action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User action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►►In parallel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Replaces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CuadroTexto 35"/>
          <p:cNvSpPr/>
          <p:nvPr/>
        </p:nvSpPr>
        <p:spPr>
          <a:xfrm>
            <a:off x="644760" y="363240"/>
            <a:ext cx="2237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Plantilla contenedor principal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uadroTexto 36"/>
          <p:cNvSpPr/>
          <p:nvPr/>
        </p:nvSpPr>
        <p:spPr>
          <a:xfrm>
            <a:off x="3651840" y="567720"/>
            <a:ext cx="2422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Regular container template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5 Redondear rectángulo de esquina diagonal"/>
          <p:cNvSpPr/>
          <p:nvPr/>
        </p:nvSpPr>
        <p:spPr>
          <a:xfrm>
            <a:off x="6660000" y="2160000"/>
            <a:ext cx="1562040" cy="6472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5 Redondear rectángulo de esquina diagonal 1"/>
          <p:cNvSpPr/>
          <p:nvPr/>
        </p:nvSpPr>
        <p:spPr>
          <a:xfrm>
            <a:off x="8640000" y="2160000"/>
            <a:ext cx="1562040" cy="6472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5 Redondear rectángulo de esquina diagonal 2"/>
          <p:cNvSpPr/>
          <p:nvPr/>
        </p:nvSpPr>
        <p:spPr>
          <a:xfrm>
            <a:off x="8640000" y="3232800"/>
            <a:ext cx="1562040" cy="6472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2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ector recto de flecha 10"/>
          <p:cNvCxnSpPr>
            <a:stCxn id="62" idx="3"/>
            <a:endCxn id="63" idx="1"/>
          </p:cNvCxnSpPr>
          <p:nvPr/>
        </p:nvCxnSpPr>
        <p:spPr>
          <a:xfrm>
            <a:off x="8222040" y="2483640"/>
            <a:ext cx="41832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6" name="Conector recto de flecha 13"/>
          <p:cNvCxnSpPr>
            <a:stCxn id="62" idx="3"/>
            <a:endCxn id="64" idx="1"/>
          </p:cNvCxnSpPr>
          <p:nvPr/>
        </p:nvCxnSpPr>
        <p:spPr>
          <a:xfrm>
            <a:off x="8222040" y="2483640"/>
            <a:ext cx="418320" cy="10731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7" name="CuadroTexto 37"/>
          <p:cNvSpPr/>
          <p:nvPr/>
        </p:nvSpPr>
        <p:spPr>
          <a:xfrm>
            <a:off x="6661440" y="1440000"/>
            <a:ext cx="32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Content Diagram template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5 Redondear rectángulo de esquina diagonal 3"/>
          <p:cNvSpPr/>
          <p:nvPr/>
        </p:nvSpPr>
        <p:spPr>
          <a:xfrm>
            <a:off x="10497600" y="2160000"/>
            <a:ext cx="1562040" cy="6472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3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ector recto de flecha 1"/>
          <p:cNvCxnSpPr>
            <a:stCxn id="63" idx="3"/>
            <a:endCxn id="68" idx="1"/>
          </p:cNvCxnSpPr>
          <p:nvPr/>
        </p:nvCxnSpPr>
        <p:spPr>
          <a:xfrm>
            <a:off x="10202040" y="2483640"/>
            <a:ext cx="29592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0" name="2 Marcador de contenido 1"/>
          <p:cNvSpPr/>
          <p:nvPr/>
        </p:nvSpPr>
        <p:spPr>
          <a:xfrm>
            <a:off x="540000" y="1081080"/>
            <a:ext cx="2517840" cy="53989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Principal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Acceder rápidamente a las funciones más importantes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Importar GPX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Cerrar sesión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algn="l" pos="355680"/>
              </a:tabLst>
            </a:pP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Solo accesible con sesión iniciada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2026-05-20T20:19:15Z</dcterms:modified>
  <cp:revision>13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