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080" cy="28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080" cy="149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44FA46-58EE-416C-A13F-4AEBFA03395D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896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896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DE2195-A004-45BE-85E4-DD404E2E994E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5200" cy="82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5200" cy="368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0760" cy="82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0760" cy="368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7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8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B5AE228-8A6A-4F29-84C5-EA5E94F1EA4E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E08488-B5CD-4C98-85CC-A843DE847D4A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29484A-B384-41D4-B7E7-1949AE342F18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9760" cy="159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9680" cy="487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9760" cy="380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8F2F44-C2B6-47B3-B182-CE8CE7A457DE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9760" cy="159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9680" cy="487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9760" cy="380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04DFD6-1869-4587-9549-DC01C3682CA1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480" cy="238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61D70B-15AC-4B5B-9AC1-E2A602101F83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6D4C49-A8F2-4BB3-9726-0961E37B02BD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6560" cy="58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1720" cy="58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579AAA-0A35-46DE-A805-140E321199A0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BE812E-71E8-4106-85E2-EDBF6D997FD9}" type="slidenum">
              <a:rPr b="0" lang="en-GB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2 Marcador de contenido 4"/>
          <p:cNvSpPr/>
          <p:nvPr/>
        </p:nvSpPr>
        <p:spPr>
          <a:xfrm>
            <a:off x="6300000" y="360000"/>
            <a:ext cx="2517840" cy="58132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Nombre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Registrarse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Objetivo</a:t>
            </a:r>
            <a:r>
              <a:rPr b="0" lang="en-GB" sz="105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: Permitir crear una cuenta nueva</a:t>
            </a:r>
            <a:endParaRPr b="0" lang="es-E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Funciones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Introducir nickname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Introducir email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Introducir contraseña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Introducir fecha de nacimiento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Seleccionar avatar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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Validar datos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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Registrar usuario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Enlaces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► Autenticarse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► Confirmar registro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Objectos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Usuario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Restricciones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Nickname único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Nickname entre 6 y 15 caracteres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Contraseña segura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Email válido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Mayor de 12 años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2 Marcador de contenido 2"/>
          <p:cNvSpPr/>
          <p:nvPr/>
        </p:nvSpPr>
        <p:spPr>
          <a:xfrm>
            <a:off x="3421800" y="818640"/>
            <a:ext cx="2517840" cy="512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Nombre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Autenticarse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Objetivo</a:t>
            </a:r>
            <a:r>
              <a:rPr b="0" lang="en-GB" sz="105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: Permitir al usuario acceder a la aplicación mediante nickname y contraseña </a:t>
            </a:r>
            <a:endParaRPr b="0" lang="es-E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Funciones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Introducir nickname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Introducir contraseña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Acceder a la aplicación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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Validar credenciales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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Mostrar error si el login falla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Enlaces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► Registrarse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► Principal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Objectos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Usuario, sesión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spcAft>
                <a:spcPts val="283"/>
              </a:spcAft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Restricciones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- El nickname debe existir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- La contraseña debe coincidir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- No se puede acceder con campos vacíos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2 Marcador de contenido 1"/>
          <p:cNvSpPr/>
          <p:nvPr/>
        </p:nvSpPr>
        <p:spPr>
          <a:xfrm>
            <a:off x="9180000" y="1025640"/>
            <a:ext cx="2517840" cy="45532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Nombre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Perfil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i="1" lang="en-GB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Objetivo</a:t>
            </a: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: Gestionar la información del usuario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Funciones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Cambiar email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Cambiar contraseña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Cambiar avatar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Cambiar fecha de nacimiento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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Validar datos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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Guardar cambios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Enlaces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► Principal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Objectos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Usuario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Restricciones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Aplicar validaciones del registro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Nickname no editable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2 Marcador de contenido 3"/>
          <p:cNvSpPr/>
          <p:nvPr/>
        </p:nvSpPr>
        <p:spPr>
          <a:xfrm>
            <a:off x="541800" y="720720"/>
            <a:ext cx="2517840" cy="53989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Nombre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r>
              <a:rPr b="0" lang="en-GB" sz="105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Principal</a:t>
            </a:r>
            <a:endParaRPr b="0" lang="es-E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Objetivo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Acceder rápidamente a las funciones más importantes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Funciones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Ir a Actividades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Importar GPX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Ir a Historial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Ir a Mapas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Ir a Perfil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</a:rPr>
              <a:t>Cerrar sesión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tabLst>
                <a:tab algn="l" pos="355680"/>
              </a:tabLst>
            </a:pP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Enlaces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Actividades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Historial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Perfil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Mapas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434"/>
              </a:spcBef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434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Objectos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Restricciones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- Solo accesible con sesión iniciada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2 Marcador de contenido 5"/>
          <p:cNvSpPr/>
          <p:nvPr/>
        </p:nvSpPr>
        <p:spPr>
          <a:xfrm>
            <a:off x="3610800" y="1515240"/>
            <a:ext cx="2869200" cy="38847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Nombre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Visualizar actividad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Objetivo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mostrar el recorrido de una actividad junto con sus estadisticas y anotaciones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Funciones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Visualizar recorrido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Consultar estadísticas 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Añadir/eliminar anotaciones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Ajustar el zoom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"/>
              <a:tabLst>
                <a:tab algn="l" pos="355680"/>
              </a:tabLst>
            </a:pP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Dibujar ruta  en el mapa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"/>
              <a:tabLst>
                <a:tab algn="l" pos="355680"/>
              </a:tabLst>
            </a:pP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Mostrar anotaciones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Enlaces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► </a:t>
            </a: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actividades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Objetos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Actividad, ruta, anotación, mapa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Restricciones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9560" indent="-17136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"/>
              <a:tabLst>
                <a:tab algn="l" pos="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- Debe existir la actividad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9560" indent="-17136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"/>
              <a:tabLst>
                <a:tab algn="l" pos="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- Debe existir el mapa cargado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2 Marcador de contenido 6"/>
          <p:cNvSpPr/>
          <p:nvPr/>
        </p:nvSpPr>
        <p:spPr>
          <a:xfrm>
            <a:off x="273960" y="1080000"/>
            <a:ext cx="3146040" cy="44992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Nombre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Actividades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Objetivo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</a:t>
            </a: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Permitir al usuario gestionar sus actividades deportivas, incluyendo la visualización de estadísticas y consulta de acumulados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Funciones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Seleccionar actividad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Borrar actividad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Visualizar estadísticas 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Consultar acumulado mensual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"/>
              <a:tabLst>
                <a:tab algn="l" pos="355680"/>
              </a:tabLst>
            </a:pP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Calcular estadísticas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"/>
              <a:tabLst>
                <a:tab algn="l" pos="355680"/>
              </a:tabLst>
            </a:pPr>
            <a:r>
              <a:rPr b="0" lang="es-ES" sz="11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Mostrar datos de la actividad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"/>
              <a:tabLst>
                <a:tab algn="l" pos="355680"/>
              </a:tabLst>
            </a:pPr>
            <a:r>
              <a:rPr b="0" lang="es-ES" sz="11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Calcular acumulados mensuales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Enlaces</a:t>
            </a: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algn="l" pos="0"/>
              </a:tabLst>
            </a:pPr>
            <a:r>
              <a:rPr b="0" lang="en-GB" sz="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►</a:t>
            </a: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V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isualizar actividad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624"/>
              </a:spcBef>
              <a:spcAft>
                <a:spcPts val="425"/>
              </a:spcAft>
              <a:tabLst>
                <a:tab algn="l" pos="0"/>
              </a:tabLst>
            </a:pPr>
            <a:r>
              <a:rPr b="0" lang="en-GB" sz="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►</a:t>
            </a: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Principal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Objetos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Actividad, Usuario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i="1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Restricciones</a:t>
            </a: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: 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tabLst>
                <a:tab algn="l" pos="0"/>
              </a:tabLst>
            </a:pPr>
            <a:r>
              <a:rPr b="0" lang="en-GB" sz="11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Microsoft YaHei"/>
              </a:rPr>
              <a:t>- </a:t>
            </a:r>
            <a:r>
              <a:rPr b="0" lang="es-ES" sz="11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Microsoft YaHei"/>
              </a:rPr>
              <a:t>La actividad debe existir para visualizarla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2 Marcador de contenido"/>
          <p:cNvSpPr/>
          <p:nvPr/>
        </p:nvSpPr>
        <p:spPr>
          <a:xfrm>
            <a:off x="6662520" y="1574280"/>
            <a:ext cx="2517480" cy="38257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Nombre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Historial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Objetivo</a:t>
            </a:r>
            <a:r>
              <a:rPr b="0" lang="en-GB" sz="105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: 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Consultar sesiones anteriores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Funciones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200000"/>
              <a:buFont typeface="Wingdings" charset="2"/>
              <a:buChar char="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Mostrar sesiones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200000"/>
              <a:buFont typeface="Wingdings" charset="2"/>
              <a:buChar char="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Mostrar estadísticas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Consultar estadísticas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Enlaces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Principal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Objectos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Sesión, Usuario, Actividad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Restricciones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- Solo mostrar datos del usuario autenticado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2 Marcador de contenido 7"/>
          <p:cNvSpPr/>
          <p:nvPr/>
        </p:nvSpPr>
        <p:spPr>
          <a:xfrm>
            <a:off x="9362520" y="1313280"/>
            <a:ext cx="2517480" cy="44467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Nombre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Mapas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Objetivo</a:t>
            </a:r>
            <a:r>
              <a:rPr b="0" lang="en-GB" sz="105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: 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Añadir o eliminar mapas de la aplicación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Funciones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200000"/>
              <a:buFont typeface="Wingdings" charset="2"/>
              <a:buChar char="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Validar coordenadas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200000"/>
              <a:buFont typeface="Wingdings" charset="2"/>
              <a:buChar char="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Cargar imagen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200000"/>
              <a:buFont typeface="Wingdings" charset="2"/>
              <a:buChar char="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Registrar mapa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072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200000"/>
              <a:buFont typeface="Arial"/>
              <a:buChar char="•"/>
              <a:tabLst>
                <a:tab algn="l" pos="35568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Añadir/eliminar mapas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Enlaces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GB" sz="1000" strike="noStrike" u="none">
                <a:solidFill>
                  <a:schemeClr val="dk1"/>
                </a:solidFill>
                <a:effectLst/>
                <a:uFillTx/>
                <a:latin typeface="Lucida Handwriting"/>
                <a:ea typeface="Microsoft YaHei"/>
              </a:rPr>
              <a:t>► Principal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Objectos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Mapa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Restricciones</a:t>
            </a: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: 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- Imagen obligatoria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- Coordenadas válidas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82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- No eliminar mapas utilizados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Application>LibreOffice/25.2.7.2$Windows_X86_64 LibreOffice_project/5cbfd1ab6520636bb5f7b99185aa69bd7456825d</Application>
  <AppVersion>15.0000</AppVersion>
  <Words>73</Words>
  <Paragraphs>29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2021-03-11T14:14:40Z</dcterms:created>
  <dc:creator>Soledad Valero Cubas</dc:creator>
  <dc:description/>
  <dc:language>es-ES</dc:language>
  <cp:lastModifiedBy/>
  <dcterms:modified xsi:type="dcterms:W3CDTF">2026-05-21T11:54:29Z</dcterms:modified>
  <cp:revision>18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1</vt:i4>
  </property>
</Properties>
</file>