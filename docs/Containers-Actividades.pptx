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273EF8-939B-49E6-9046-B229CEC8E0B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20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20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76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76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4FADD1-BDA0-496F-8534-1684882DDE6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115C80-5983-43F8-BED5-D90B278ECDE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D2851C-F01C-4596-8927-318970A03164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A2CC1F-B0FE-4FF3-A9F2-DF6A78079A3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39460C-F560-4DB1-A579-839F2A1D496F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C3BA53-D9BD-49C7-B3E9-CABCA8319E4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627B9B-9C7F-4945-8CE8-95D8BB3F87E6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56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72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6F8F03-74E8-4F0B-8700-90F3D211C3F7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775E4D-0E2B-4A73-8AA5-3C78DC986BE2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08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08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C6650C-2DEE-432D-9132-53CE05CC6FB2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2 Marcador de contenido 4"/>
          <p:cNvSpPr/>
          <p:nvPr/>
        </p:nvSpPr>
        <p:spPr>
          <a:xfrm>
            <a:off x="6490800" y="614520"/>
            <a:ext cx="4946040" cy="3885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Nombre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Visualizar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Objetivo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mostrar el recorrido de una actividad junto con sus estadisticas y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Visualizar recorrido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Consultar estadísticas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Añadir/eliminar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Ajustar el zoom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Dibujar ruta  en el mapa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Mostrar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Objetos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Actividad, ruta, anotación, mapa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Restricciones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9560" indent="-17136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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- Debe existir la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9560" indent="-17136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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- Debe existir el mapa cargado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2 Marcador de contenido 2"/>
          <p:cNvSpPr/>
          <p:nvPr/>
        </p:nvSpPr>
        <p:spPr>
          <a:xfrm>
            <a:off x="633960" y="540000"/>
            <a:ext cx="4946040" cy="450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Nombre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Actividades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Objetivo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Permitir al usuario gestionar sus actividades deportivas, incluyendo la visualización de estadísticas y consulta de acumulados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Seleccionar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Borrar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Visualizar estadísticas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Consultar acumulado mensual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Calcular estadísticas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Mostrar datos de la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Calcular acumulados mensuales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Enlaces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V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isualizar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Principal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Objetos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Actividad, Usuario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Restricciones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-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La actividad debe existir para visualizarla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Application>LibreOffice/25.2.7.2$Windows_X86_64 LibreOffice_project/5cbfd1ab6520636bb5f7b99185aa69bd7456825d</Application>
  <AppVersion>15.0000</AppVersion>
  <Words>302</Words>
  <Paragraphs>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2021-03-11T14:14:40Z</dcterms:created>
  <dc:creator>Soledad Valero Cubas</dc:creator>
  <dc:description/>
  <dc:language>es-ES</dc:language>
  <cp:lastModifiedBy/>
  <dcterms:modified xsi:type="dcterms:W3CDTF">2026-05-21T11:32:43Z</dcterms:modified>
  <cp:revision>19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</vt:i4>
  </property>
</Properties>
</file>