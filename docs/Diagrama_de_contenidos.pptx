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088368-ED64-4AD6-8304-5C38C3FBBE66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113924-B8C6-4971-B611-2B9AAD9CEB8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51533C-5E91-40E1-A00E-83DA72A0775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26CE7A-2E6D-47C2-AA65-F6CDEAC0362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96E0D0-5227-4702-B483-208B19C73D9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4F1B70-0E55-41E1-B978-CA6DB3E46AF2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92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08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410100-7A00-435B-82C9-47F280CAC41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CD131D-A592-4718-85D8-1011320ADAD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170D86-5B66-4A2D-9E8B-EF78EF50125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62B734-280C-4FDF-BF2D-F41D1734E14A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56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56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F49FC8-98EA-4414-9F0F-FC27ABBA163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5 Redondear rectángulo de esquina diagonal"/>
          <p:cNvSpPr/>
          <p:nvPr/>
        </p:nvSpPr>
        <p:spPr>
          <a:xfrm>
            <a:off x="837360" y="270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5 Redondear rectángulo de esquina diagonal"/>
          <p:cNvSpPr/>
          <p:nvPr/>
        </p:nvSpPr>
        <p:spPr>
          <a:xfrm>
            <a:off x="2759400" y="126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5 Redondear rectángulo de esquina diagonal"/>
          <p:cNvSpPr/>
          <p:nvPr/>
        </p:nvSpPr>
        <p:spPr>
          <a:xfrm>
            <a:off x="5040360" y="27003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Historial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5 Redondear rectángulo de esquina diagonal"/>
          <p:cNvSpPr/>
          <p:nvPr/>
        </p:nvSpPr>
        <p:spPr>
          <a:xfrm>
            <a:off x="2759400" y="342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adroTexto 37"/>
          <p:cNvSpPr/>
          <p:nvPr/>
        </p:nvSpPr>
        <p:spPr>
          <a:xfrm>
            <a:off x="105480" y="175320"/>
            <a:ext cx="277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Diagrama de contenidos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ector recto de flecha 2"/>
          <p:cNvCxnSpPr>
            <a:stCxn id="59" idx="0"/>
            <a:endCxn id="60" idx="1"/>
          </p:cNvCxnSpPr>
          <p:nvPr/>
        </p:nvCxnSpPr>
        <p:spPr>
          <a:xfrm flipV="1">
            <a:off x="1617480" y="1582920"/>
            <a:ext cx="1142280" cy="111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5" name="Conector recto de flecha 4"/>
          <p:cNvCxnSpPr>
            <a:stCxn id="62" idx="3"/>
            <a:endCxn id="66" idx="1"/>
          </p:cNvCxnSpPr>
          <p:nvPr/>
        </p:nvCxnSpPr>
        <p:spPr>
          <a:xfrm flipV="1">
            <a:off x="4320000" y="2049480"/>
            <a:ext cx="720720" cy="16938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7" name="Conector recto de flecha 5"/>
          <p:cNvCxnSpPr>
            <a:stCxn id="62" idx="3"/>
            <a:endCxn id="61" idx="1"/>
          </p:cNvCxnSpPr>
          <p:nvPr/>
        </p:nvCxnSpPr>
        <p:spPr>
          <a:xfrm flipV="1">
            <a:off x="4320000" y="3023280"/>
            <a:ext cx="720720" cy="7200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8" name="Conector recto de flecha 6"/>
          <p:cNvCxnSpPr>
            <a:stCxn id="59" idx="2"/>
            <a:endCxn id="62" idx="1"/>
          </p:cNvCxnSpPr>
          <p:nvPr/>
        </p:nvCxnSpPr>
        <p:spPr>
          <a:xfrm>
            <a:off x="1617480" y="3345840"/>
            <a:ext cx="1142280" cy="39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9" name="5 Redondear rectángulo de esquina diagonal 1"/>
          <p:cNvSpPr/>
          <p:nvPr/>
        </p:nvSpPr>
        <p:spPr>
          <a:xfrm>
            <a:off x="5040000" y="504072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Actividades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5 Redondear rectángulo de esquina diagonal 3"/>
          <p:cNvSpPr/>
          <p:nvPr/>
        </p:nvSpPr>
        <p:spPr>
          <a:xfrm>
            <a:off x="5040360" y="37065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Mapas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5 Redondear rectángulo de esquina diagonal 4"/>
          <p:cNvSpPr/>
          <p:nvPr/>
        </p:nvSpPr>
        <p:spPr>
          <a:xfrm>
            <a:off x="5040360" y="17265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5 Redondear rectángulo de esquina diagonal 5"/>
          <p:cNvSpPr/>
          <p:nvPr/>
        </p:nvSpPr>
        <p:spPr>
          <a:xfrm>
            <a:off x="7079400" y="27003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Ver sesión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Conector recto de flecha 9"/>
          <p:cNvCxnSpPr>
            <a:stCxn id="61" idx="3"/>
            <a:endCxn id="71" idx="1"/>
          </p:cNvCxnSpPr>
          <p:nvPr/>
        </p:nvCxnSpPr>
        <p:spPr>
          <a:xfrm>
            <a:off x="6600960" y="3023280"/>
            <a:ext cx="47880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3" name="Conector recto de flecha 10"/>
          <p:cNvCxnSpPr>
            <a:stCxn id="62" idx="3"/>
            <a:endCxn id="69" idx="1"/>
          </p:cNvCxnSpPr>
          <p:nvPr/>
        </p:nvCxnSpPr>
        <p:spPr>
          <a:xfrm>
            <a:off x="4320000" y="3742920"/>
            <a:ext cx="720360" cy="16210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4" name="Conector recto de flecha 11"/>
          <p:cNvCxnSpPr>
            <a:stCxn id="62" idx="3"/>
            <a:endCxn id="70" idx="1"/>
          </p:cNvCxnSpPr>
          <p:nvPr/>
        </p:nvCxnSpPr>
        <p:spPr>
          <a:xfrm>
            <a:off x="4320000" y="3742920"/>
            <a:ext cx="720720" cy="2869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5" name="5 Redondear rectángulo de esquina diagonal 6"/>
          <p:cNvSpPr/>
          <p:nvPr/>
        </p:nvSpPr>
        <p:spPr>
          <a:xfrm>
            <a:off x="7079400" y="37065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Añadir mapa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ector recto de flecha 13"/>
          <p:cNvCxnSpPr>
            <a:stCxn id="77" idx="3"/>
            <a:endCxn id="78" idx="1"/>
          </p:cNvCxnSpPr>
          <p:nvPr/>
        </p:nvCxnSpPr>
        <p:spPr>
          <a:xfrm>
            <a:off x="8640000" y="5903280"/>
            <a:ext cx="41976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9" name="Conector recto de flecha 15"/>
          <p:cNvCxnSpPr>
            <a:stCxn id="69" idx="3"/>
            <a:endCxn id="80" idx="1"/>
          </p:cNvCxnSpPr>
          <p:nvPr/>
        </p:nvCxnSpPr>
        <p:spPr>
          <a:xfrm flipV="1">
            <a:off x="6600600" y="5003280"/>
            <a:ext cx="479160" cy="3607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1" name="Conector recto de flecha 16"/>
          <p:cNvCxnSpPr>
            <a:stCxn id="70" idx="3"/>
            <a:endCxn id="75" idx="1"/>
          </p:cNvCxnSpPr>
          <p:nvPr/>
        </p:nvCxnSpPr>
        <p:spPr>
          <a:xfrm>
            <a:off x="6600960" y="4029480"/>
            <a:ext cx="47880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7" name="5 Redondear rectángulo de esquina diagonal 7"/>
          <p:cNvSpPr/>
          <p:nvPr/>
        </p:nvSpPr>
        <p:spPr>
          <a:xfrm>
            <a:off x="7079400" y="55803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Visualizar actividad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5 Redondear rectángulo de esquina diagonal 8"/>
          <p:cNvSpPr/>
          <p:nvPr/>
        </p:nvSpPr>
        <p:spPr>
          <a:xfrm>
            <a:off x="7079400" y="46803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Importar GPX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5 Redondear rectángulo de esquina diagonal 12"/>
          <p:cNvSpPr/>
          <p:nvPr/>
        </p:nvSpPr>
        <p:spPr>
          <a:xfrm>
            <a:off x="9059400" y="558036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Añadir anotación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Conector recto de flecha 1"/>
          <p:cNvCxnSpPr>
            <a:stCxn id="69" idx="3"/>
            <a:endCxn id="77" idx="1"/>
          </p:cNvCxnSpPr>
          <p:nvPr/>
        </p:nvCxnSpPr>
        <p:spPr>
          <a:xfrm>
            <a:off x="6600600" y="5363640"/>
            <a:ext cx="479160" cy="5400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83" name="5 Redondear rectángulo de esquina diagonal 2"/>
          <p:cNvSpPr/>
          <p:nvPr/>
        </p:nvSpPr>
        <p:spPr>
          <a:xfrm>
            <a:off x="2759400" y="219672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Confirmar registro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" name="Conector recto de flecha 3"/>
          <p:cNvCxnSpPr>
            <a:stCxn id="60" idx="2"/>
            <a:endCxn id="83" idx="0"/>
          </p:cNvCxnSpPr>
          <p:nvPr/>
        </p:nvCxnSpPr>
        <p:spPr>
          <a:xfrm>
            <a:off x="3539520" y="1905840"/>
            <a:ext cx="360" cy="2912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5" name="Conector recto de flecha 7"/>
          <p:cNvCxnSpPr>
            <a:stCxn id="83" idx="1"/>
            <a:endCxn id="59" idx="3"/>
          </p:cNvCxnSpPr>
          <p:nvPr/>
        </p:nvCxnSpPr>
        <p:spPr>
          <a:xfrm flipH="1">
            <a:off x="2397960" y="2519640"/>
            <a:ext cx="361800" cy="5036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2026-05-07T09:14:51Z</dcterms:modified>
  <cp:revision>14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