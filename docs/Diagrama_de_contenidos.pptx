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os objeto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0A11A1E-12A2-4573-ABD7-3A9A18D1D894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ció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6640" cy="82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6640" cy="368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200" cy="82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200" cy="368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7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8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A8E2635-73AA-4AE7-A400-EDB1C2368C81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olo el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0D8A30C-06A2-46B4-A38C-E0FC3050DA7E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 blanc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02C34AF-89D2-4AE0-A507-25E3B52486F3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ido con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2180168-1F67-4712-A9E7-F2011B3E8DAA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n con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18835DC-3EBD-45BD-B625-314C708DFD2E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apositiva d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3EBB731-4537-45F0-B328-8F6242A78AEE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ítulo y texto vertic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A24F203-D02F-4285-81BD-69399B3ED59A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ítulo vertical y tex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000" cy="581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160" cy="581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2931BD1-9698-4A09-9AC0-1D47DFE0B62D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ítulo y objeto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2DD2E00-B1E7-422A-8432-EAB85011EBB9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cabezado de secció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520" cy="2851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Haga clic para modificar el estilo de título del patrón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52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ES" sz="24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Haga clic para modificar los estilos de texto del patrón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DACD758-BCD7-44E5-8E7E-9A7E644A07A7}" type="slidenum">
              <a:rPr b="0" lang="en-GB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5 Redondear rectángulo de esquina diagonal"/>
          <p:cNvSpPr/>
          <p:nvPr/>
        </p:nvSpPr>
        <p:spPr>
          <a:xfrm>
            <a:off x="237960" y="1692720"/>
            <a:ext cx="1561680" cy="6469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 anchorCtr="1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Autenticarse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5 Redondear rectángulo de esquina diagonal"/>
          <p:cNvSpPr/>
          <p:nvPr/>
        </p:nvSpPr>
        <p:spPr>
          <a:xfrm>
            <a:off x="2160000" y="900000"/>
            <a:ext cx="1561680" cy="6469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Registrarse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5 Redondear rectángulo de esquina diagonal"/>
          <p:cNvSpPr/>
          <p:nvPr/>
        </p:nvSpPr>
        <p:spPr>
          <a:xfrm>
            <a:off x="4320000" y="900000"/>
            <a:ext cx="1561680" cy="6469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Historial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5 Redondear rectángulo de esquina diagonal"/>
          <p:cNvSpPr/>
          <p:nvPr/>
        </p:nvSpPr>
        <p:spPr>
          <a:xfrm>
            <a:off x="2160000" y="2340000"/>
            <a:ext cx="1561680" cy="6469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Principal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CuadroTexto 37"/>
          <p:cNvSpPr/>
          <p:nvPr/>
        </p:nvSpPr>
        <p:spPr>
          <a:xfrm>
            <a:off x="105480" y="175320"/>
            <a:ext cx="2774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Diagrama de contenidos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4" name="Conector recto de flecha 1"/>
          <p:cNvCxnSpPr>
            <a:stCxn id="60" idx="2"/>
            <a:endCxn id="59" idx="3"/>
          </p:cNvCxnSpPr>
          <p:nvPr/>
        </p:nvCxnSpPr>
        <p:spPr>
          <a:xfrm flipH="1">
            <a:off x="1799640" y="1546920"/>
            <a:ext cx="1141560" cy="46944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65" name="Conector recto de flecha 2"/>
          <p:cNvCxnSpPr>
            <a:stCxn id="59" idx="0"/>
            <a:endCxn id="60" idx="1"/>
          </p:cNvCxnSpPr>
          <p:nvPr/>
        </p:nvCxnSpPr>
        <p:spPr>
          <a:xfrm flipV="1">
            <a:off x="1018800" y="1223280"/>
            <a:ext cx="1141560" cy="46980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66" name="Conector recto de flecha 3"/>
          <p:cNvCxnSpPr>
            <a:stCxn id="67" idx="3"/>
            <a:endCxn id="68" idx="1"/>
          </p:cNvCxnSpPr>
          <p:nvPr/>
        </p:nvCxnSpPr>
        <p:spPr>
          <a:xfrm>
            <a:off x="5881680" y="2196000"/>
            <a:ext cx="476640" cy="36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69" name="Conector recto de flecha 4"/>
          <p:cNvCxnSpPr>
            <a:stCxn id="62" idx="3"/>
            <a:endCxn id="67" idx="1"/>
          </p:cNvCxnSpPr>
          <p:nvPr/>
        </p:nvCxnSpPr>
        <p:spPr>
          <a:xfrm flipV="1">
            <a:off x="3721680" y="2196000"/>
            <a:ext cx="598680" cy="46764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70" name="Conector recto de flecha 5"/>
          <p:cNvCxnSpPr>
            <a:stCxn id="62" idx="3"/>
            <a:endCxn id="61" idx="1"/>
          </p:cNvCxnSpPr>
          <p:nvPr/>
        </p:nvCxnSpPr>
        <p:spPr>
          <a:xfrm flipV="1">
            <a:off x="3721680" y="1223280"/>
            <a:ext cx="598680" cy="144036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71" name="Conector recto de flecha 6"/>
          <p:cNvCxnSpPr>
            <a:stCxn id="59" idx="2"/>
            <a:endCxn id="62" idx="1"/>
          </p:cNvCxnSpPr>
          <p:nvPr/>
        </p:nvCxnSpPr>
        <p:spPr>
          <a:xfrm>
            <a:off x="1018800" y="2339640"/>
            <a:ext cx="1141560" cy="32400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72" name="Conector recto de flecha 7"/>
          <p:cNvCxnSpPr>
            <a:stCxn id="60" idx="2"/>
            <a:endCxn id="62" idx="0"/>
          </p:cNvCxnSpPr>
          <p:nvPr/>
        </p:nvCxnSpPr>
        <p:spPr>
          <a:xfrm>
            <a:off x="2940840" y="1546920"/>
            <a:ext cx="360" cy="79344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sp>
        <p:nvSpPr>
          <p:cNvPr id="73" name="5 Redondear rectángulo de esquina diagonal 1"/>
          <p:cNvSpPr/>
          <p:nvPr/>
        </p:nvSpPr>
        <p:spPr>
          <a:xfrm>
            <a:off x="4320000" y="3853080"/>
            <a:ext cx="1561680" cy="6469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Actividades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5 Redondear rectángulo de esquina diagonal 2"/>
          <p:cNvSpPr/>
          <p:nvPr/>
        </p:nvSpPr>
        <p:spPr>
          <a:xfrm>
            <a:off x="6357960" y="1872720"/>
            <a:ext cx="1561680" cy="6469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Modificar perfil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5 Redondear rectángulo de esquina diagonal 3"/>
          <p:cNvSpPr/>
          <p:nvPr/>
        </p:nvSpPr>
        <p:spPr>
          <a:xfrm>
            <a:off x="4320000" y="2880000"/>
            <a:ext cx="1561680" cy="6469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Mapas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5 Redondear rectángulo de esquina diagonal 4"/>
          <p:cNvSpPr/>
          <p:nvPr/>
        </p:nvSpPr>
        <p:spPr>
          <a:xfrm>
            <a:off x="4320000" y="1872720"/>
            <a:ext cx="1561680" cy="6469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Perfil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5 Redondear rectángulo de esquina diagonal 5"/>
          <p:cNvSpPr/>
          <p:nvPr/>
        </p:nvSpPr>
        <p:spPr>
          <a:xfrm>
            <a:off x="6357960" y="900000"/>
            <a:ext cx="1561680" cy="6469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Ver sesión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6" name="Conector recto de flecha 8"/>
          <p:cNvCxnSpPr>
            <a:stCxn id="77" idx="2"/>
            <a:endCxn id="78" idx="0"/>
          </p:cNvCxnSpPr>
          <p:nvPr/>
        </p:nvCxnSpPr>
        <p:spPr>
          <a:xfrm>
            <a:off x="7138800" y="4499640"/>
            <a:ext cx="360" cy="36072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79" name="Conector recto de flecha 9"/>
          <p:cNvCxnSpPr>
            <a:stCxn id="61" idx="3"/>
            <a:endCxn id="75" idx="1"/>
          </p:cNvCxnSpPr>
          <p:nvPr/>
        </p:nvCxnSpPr>
        <p:spPr>
          <a:xfrm>
            <a:off x="5881680" y="1223280"/>
            <a:ext cx="476640" cy="36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80" name="Conector recto de flecha 10"/>
          <p:cNvCxnSpPr>
            <a:stCxn id="62" idx="3"/>
            <a:endCxn id="73" idx="1"/>
          </p:cNvCxnSpPr>
          <p:nvPr/>
        </p:nvCxnSpPr>
        <p:spPr>
          <a:xfrm>
            <a:off x="3721680" y="2663280"/>
            <a:ext cx="598680" cy="151344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81" name="Conector recto de flecha 11"/>
          <p:cNvCxnSpPr>
            <a:stCxn id="62" idx="3"/>
            <a:endCxn id="74" idx="1"/>
          </p:cNvCxnSpPr>
          <p:nvPr/>
        </p:nvCxnSpPr>
        <p:spPr>
          <a:xfrm>
            <a:off x="3721680" y="2663280"/>
            <a:ext cx="598680" cy="54036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sp>
        <p:nvSpPr>
          <p:cNvPr id="82" name="5 Redondear rectángulo de esquina diagonal 6"/>
          <p:cNvSpPr/>
          <p:nvPr/>
        </p:nvSpPr>
        <p:spPr>
          <a:xfrm>
            <a:off x="6357960" y="2880000"/>
            <a:ext cx="1561680" cy="6469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Gestionar mapas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3" name="Conector recto de flecha 13"/>
          <p:cNvCxnSpPr>
            <a:stCxn id="78" idx="3"/>
            <a:endCxn id="84" idx="1"/>
          </p:cNvCxnSpPr>
          <p:nvPr/>
        </p:nvCxnSpPr>
        <p:spPr>
          <a:xfrm flipV="1">
            <a:off x="7919640" y="4536000"/>
            <a:ext cx="598680" cy="64764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85" name="Conector recto de flecha 14"/>
          <p:cNvCxnSpPr>
            <a:stCxn id="78" idx="3"/>
            <a:endCxn id="86" idx="1"/>
          </p:cNvCxnSpPr>
          <p:nvPr/>
        </p:nvCxnSpPr>
        <p:spPr>
          <a:xfrm flipV="1">
            <a:off x="7919640" y="3636000"/>
            <a:ext cx="598680" cy="154764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87" name="Conector recto de flecha 15"/>
          <p:cNvCxnSpPr>
            <a:stCxn id="73" idx="3"/>
            <a:endCxn id="77" idx="1"/>
          </p:cNvCxnSpPr>
          <p:nvPr/>
        </p:nvCxnSpPr>
        <p:spPr>
          <a:xfrm flipV="1">
            <a:off x="5881680" y="4176000"/>
            <a:ext cx="476640" cy="72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88" name="Conector recto de flecha 16"/>
          <p:cNvCxnSpPr>
            <a:stCxn id="74" idx="3"/>
            <a:endCxn id="82" idx="1"/>
          </p:cNvCxnSpPr>
          <p:nvPr/>
        </p:nvCxnSpPr>
        <p:spPr>
          <a:xfrm>
            <a:off x="5881680" y="3203280"/>
            <a:ext cx="476640" cy="36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sp>
        <p:nvSpPr>
          <p:cNvPr id="78" name="5 Redondear rectángulo de esquina diagonal 7"/>
          <p:cNvSpPr/>
          <p:nvPr/>
        </p:nvSpPr>
        <p:spPr>
          <a:xfrm>
            <a:off x="6357960" y="4860000"/>
            <a:ext cx="1561680" cy="6469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Visualizar actividad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5 Redondear rectángulo de esquina diagonal 8"/>
          <p:cNvSpPr/>
          <p:nvPr/>
        </p:nvSpPr>
        <p:spPr>
          <a:xfrm>
            <a:off x="6357960" y="3852720"/>
            <a:ext cx="1561680" cy="6469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Importar GPX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5 Redondear rectángulo de esquina diagonal 9"/>
          <p:cNvSpPr/>
          <p:nvPr/>
        </p:nvSpPr>
        <p:spPr>
          <a:xfrm>
            <a:off x="10440000" y="4212720"/>
            <a:ext cx="1561680" cy="6469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Crear anotación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5 Redondear rectángulo de esquina diagonal 10"/>
          <p:cNvSpPr/>
          <p:nvPr/>
        </p:nvSpPr>
        <p:spPr>
          <a:xfrm>
            <a:off x="8517960" y="6012720"/>
            <a:ext cx="1561680" cy="6469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Renombrar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5 Redondear rectángulo de esquina diagonal 11"/>
          <p:cNvSpPr/>
          <p:nvPr/>
        </p:nvSpPr>
        <p:spPr>
          <a:xfrm>
            <a:off x="8517960" y="5112720"/>
            <a:ext cx="1561680" cy="6469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Eliminar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5 Redondear rectángulo de esquina diagonal 12"/>
          <p:cNvSpPr/>
          <p:nvPr/>
        </p:nvSpPr>
        <p:spPr>
          <a:xfrm>
            <a:off x="8517960" y="4212720"/>
            <a:ext cx="1561680" cy="6469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Anotaciones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5 Redondear rectángulo de esquina diagonal 13"/>
          <p:cNvSpPr/>
          <p:nvPr/>
        </p:nvSpPr>
        <p:spPr>
          <a:xfrm>
            <a:off x="8517960" y="3312720"/>
            <a:ext cx="1561680" cy="64692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Zoom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2" name="Conector recto de flecha 17"/>
          <p:cNvCxnSpPr>
            <a:stCxn id="84" idx="3"/>
            <a:endCxn id="89" idx="1"/>
          </p:cNvCxnSpPr>
          <p:nvPr/>
        </p:nvCxnSpPr>
        <p:spPr>
          <a:xfrm>
            <a:off x="10079640" y="4536000"/>
            <a:ext cx="360720" cy="36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93" name="Conector recto de flecha 18"/>
          <p:cNvCxnSpPr>
            <a:stCxn id="78" idx="3"/>
            <a:endCxn id="90" idx="1"/>
          </p:cNvCxnSpPr>
          <p:nvPr/>
        </p:nvCxnSpPr>
        <p:spPr>
          <a:xfrm>
            <a:off x="7919640" y="5183280"/>
            <a:ext cx="598680" cy="115308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94" name="Conector recto de flecha 19"/>
          <p:cNvCxnSpPr>
            <a:stCxn id="78" idx="3"/>
            <a:endCxn id="91" idx="1"/>
          </p:cNvCxnSpPr>
          <p:nvPr/>
        </p:nvCxnSpPr>
        <p:spPr>
          <a:xfrm>
            <a:off x="7919640" y="5183280"/>
            <a:ext cx="598680" cy="25308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</TotalTime>
  <Application>LibreOffice/25.2.7.2$Windows_X86_64 LibreOffice_project/5cbfd1ab6520636bb5f7b99185aa69bd7456825d</Application>
  <AppVersion>15.0000</AppVersion>
  <Words>73</Words>
  <Paragraphs>29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2021-03-11T14:14:40Z</dcterms:created>
  <dc:creator>Soledad Valero Cubas</dc:creator>
  <dc:description/>
  <dc:language>es-ES</dc:language>
  <cp:lastModifiedBy/>
  <dcterms:modified xsi:type="dcterms:W3CDTF">2026-05-04T19:54:37Z</dcterms:modified>
  <cp:revision>8</cp:revision>
  <dc:subject/>
  <dc:title>Presentación de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Panorámica</vt:lpwstr>
  </property>
  <property fmtid="{D5CDD505-2E9C-101B-9397-08002B2CF9AE}" pid="3" name="Slides">
    <vt:i4>1</vt:i4>
  </property>
</Properties>
</file>