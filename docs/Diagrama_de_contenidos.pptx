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080" cy="28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080" cy="14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0C9058-E06F-4789-B72A-054D9416E219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896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896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30875F-F16C-4678-B4D6-E7A779296D17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20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200" cy="368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076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0760" cy="368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8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0AB8E6-75EB-47C9-8C8C-6D8E37B5C400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E81AA9-9D2D-4A05-979E-49C94B429AC7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D10BC9-EACE-4E33-BEEC-951048F4806C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760" cy="159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680" cy="48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76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40E2B4-AA95-411C-80D4-19DC494FF41A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760" cy="159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680" cy="487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76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B0DEB4-794E-4BC7-91F6-F06BD0B2CCA5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FE6D27-B38F-4F80-A351-564724B74E84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8DD300-5090-44B9-96B6-65967370CEC8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560" cy="58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1720" cy="58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39EAA4-C315-4B34-A3B5-7252215A9959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8548FA-77F0-479D-89F8-78D1B839EB29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5 Redondear rectángulo de esquina diagonal"/>
          <p:cNvSpPr/>
          <p:nvPr/>
        </p:nvSpPr>
        <p:spPr>
          <a:xfrm>
            <a:off x="837360" y="270000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Autenticarse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5 Redondear rectángulo de esquina diagonal"/>
          <p:cNvSpPr/>
          <p:nvPr/>
        </p:nvSpPr>
        <p:spPr>
          <a:xfrm>
            <a:off x="2759760" y="169452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Registrarse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5 Redondear rectángulo de esquina diagonal"/>
          <p:cNvSpPr/>
          <p:nvPr/>
        </p:nvSpPr>
        <p:spPr>
          <a:xfrm>
            <a:off x="5040360" y="270036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Historial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5 Redondear rectángulo de esquina diagonal"/>
          <p:cNvSpPr/>
          <p:nvPr/>
        </p:nvSpPr>
        <p:spPr>
          <a:xfrm>
            <a:off x="2759400" y="342000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Principal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uadroTexto 37"/>
          <p:cNvSpPr/>
          <p:nvPr/>
        </p:nvSpPr>
        <p:spPr>
          <a:xfrm>
            <a:off x="105480" y="175320"/>
            <a:ext cx="2772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Diagrama de contenidos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Conector recto de flecha 2"/>
          <p:cNvCxnSpPr>
            <a:stCxn id="59" idx="0"/>
            <a:endCxn id="60" idx="1"/>
          </p:cNvCxnSpPr>
          <p:nvPr/>
        </p:nvCxnSpPr>
        <p:spPr>
          <a:xfrm flipV="1">
            <a:off x="1617480" y="2017080"/>
            <a:ext cx="1142640" cy="68328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cxnSp>
        <p:nvCxnSpPr>
          <p:cNvPr id="65" name="Conector recto de flecha 4"/>
          <p:cNvCxnSpPr>
            <a:stCxn id="62" idx="3"/>
            <a:endCxn id="66" idx="1"/>
          </p:cNvCxnSpPr>
          <p:nvPr/>
        </p:nvCxnSpPr>
        <p:spPr>
          <a:xfrm flipV="1">
            <a:off x="4319640" y="2049120"/>
            <a:ext cx="721080" cy="169380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cxnSp>
        <p:nvCxnSpPr>
          <p:cNvPr id="67" name="Conector recto de flecha 5"/>
          <p:cNvCxnSpPr>
            <a:stCxn id="62" idx="3"/>
            <a:endCxn id="61" idx="1"/>
          </p:cNvCxnSpPr>
          <p:nvPr/>
        </p:nvCxnSpPr>
        <p:spPr>
          <a:xfrm flipV="1">
            <a:off x="4319640" y="3022920"/>
            <a:ext cx="721080" cy="72000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cxnSp>
        <p:nvCxnSpPr>
          <p:cNvPr id="68" name="Conector recto de flecha 6"/>
          <p:cNvCxnSpPr>
            <a:stCxn id="59" idx="2"/>
            <a:endCxn id="62" idx="1"/>
          </p:cNvCxnSpPr>
          <p:nvPr/>
        </p:nvCxnSpPr>
        <p:spPr>
          <a:xfrm>
            <a:off x="1617480" y="3345480"/>
            <a:ext cx="1142280" cy="39744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sp>
        <p:nvSpPr>
          <p:cNvPr id="69" name="5 Redondear rectángulo de esquina diagonal 1"/>
          <p:cNvSpPr/>
          <p:nvPr/>
        </p:nvSpPr>
        <p:spPr>
          <a:xfrm>
            <a:off x="5040000" y="504072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Actividades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5 Redondear rectángulo de esquina diagonal 3"/>
          <p:cNvSpPr/>
          <p:nvPr/>
        </p:nvSpPr>
        <p:spPr>
          <a:xfrm>
            <a:off x="5040360" y="370656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Mapas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5 Redondear rectángulo de esquina diagonal 4"/>
          <p:cNvSpPr/>
          <p:nvPr/>
        </p:nvSpPr>
        <p:spPr>
          <a:xfrm>
            <a:off x="5040360" y="172656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Perfil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5 Redondear rectángulo de esquina diagonal 5"/>
          <p:cNvSpPr/>
          <p:nvPr/>
        </p:nvSpPr>
        <p:spPr>
          <a:xfrm>
            <a:off x="7079400" y="270036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Ver sesión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Conector recto de flecha 9"/>
          <p:cNvCxnSpPr>
            <a:stCxn id="61" idx="3"/>
            <a:endCxn id="71" idx="1"/>
          </p:cNvCxnSpPr>
          <p:nvPr/>
        </p:nvCxnSpPr>
        <p:spPr>
          <a:xfrm>
            <a:off x="6600600" y="3022920"/>
            <a:ext cx="479160" cy="36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cxnSp>
        <p:nvCxnSpPr>
          <p:cNvPr id="73" name="Conector recto de flecha 10"/>
          <p:cNvCxnSpPr>
            <a:stCxn id="62" idx="3"/>
            <a:endCxn id="69" idx="1"/>
          </p:cNvCxnSpPr>
          <p:nvPr/>
        </p:nvCxnSpPr>
        <p:spPr>
          <a:xfrm>
            <a:off x="4319640" y="3742560"/>
            <a:ext cx="720720" cy="162108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cxnSp>
        <p:nvCxnSpPr>
          <p:cNvPr id="74" name="Conector recto de flecha 11"/>
          <p:cNvCxnSpPr>
            <a:stCxn id="62" idx="3"/>
            <a:endCxn id="70" idx="1"/>
          </p:cNvCxnSpPr>
          <p:nvPr/>
        </p:nvCxnSpPr>
        <p:spPr>
          <a:xfrm>
            <a:off x="4319640" y="3742560"/>
            <a:ext cx="721080" cy="28692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sp>
        <p:nvSpPr>
          <p:cNvPr id="75" name="5 Redondear rectángulo de esquina diagonal 6"/>
          <p:cNvSpPr/>
          <p:nvPr/>
        </p:nvSpPr>
        <p:spPr>
          <a:xfrm>
            <a:off x="7079400" y="370656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Añadir mapa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Conector recto de flecha 13"/>
          <p:cNvCxnSpPr>
            <a:stCxn id="77" idx="3"/>
            <a:endCxn id="78" idx="1"/>
          </p:cNvCxnSpPr>
          <p:nvPr/>
        </p:nvCxnSpPr>
        <p:spPr>
          <a:xfrm>
            <a:off x="8639640" y="5902920"/>
            <a:ext cx="420120" cy="36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cxnSp>
        <p:nvCxnSpPr>
          <p:cNvPr id="79" name="Conector recto de flecha 15"/>
          <p:cNvCxnSpPr>
            <a:stCxn id="69" idx="3"/>
            <a:endCxn id="80" idx="1"/>
          </p:cNvCxnSpPr>
          <p:nvPr/>
        </p:nvCxnSpPr>
        <p:spPr>
          <a:xfrm flipV="1">
            <a:off x="6600240" y="5002920"/>
            <a:ext cx="479520" cy="36072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cxnSp>
        <p:nvCxnSpPr>
          <p:cNvPr id="81" name="Conector recto de flecha 16"/>
          <p:cNvCxnSpPr>
            <a:stCxn id="70" idx="3"/>
            <a:endCxn id="75" idx="1"/>
          </p:cNvCxnSpPr>
          <p:nvPr/>
        </p:nvCxnSpPr>
        <p:spPr>
          <a:xfrm>
            <a:off x="6600600" y="4029120"/>
            <a:ext cx="479160" cy="36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  <p:sp>
        <p:nvSpPr>
          <p:cNvPr id="77" name="5 Redondear rectángulo de esquina diagonal 7"/>
          <p:cNvSpPr/>
          <p:nvPr/>
        </p:nvSpPr>
        <p:spPr>
          <a:xfrm>
            <a:off x="7079400" y="558036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Visualizar actividad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5 Redondear rectángulo de esquina diagonal 8"/>
          <p:cNvSpPr/>
          <p:nvPr/>
        </p:nvSpPr>
        <p:spPr>
          <a:xfrm>
            <a:off x="7079400" y="468036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Importar GPX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5 Redondear rectángulo de esquina diagonal 12"/>
          <p:cNvSpPr/>
          <p:nvPr/>
        </p:nvSpPr>
        <p:spPr>
          <a:xfrm>
            <a:off x="9059400" y="5580360"/>
            <a:ext cx="1560240" cy="64548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Añadir anotación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Conector recto de flecha 1"/>
          <p:cNvCxnSpPr>
            <a:stCxn id="69" idx="3"/>
            <a:endCxn id="77" idx="1"/>
          </p:cNvCxnSpPr>
          <p:nvPr/>
        </p:nvCxnSpPr>
        <p:spPr>
          <a:xfrm>
            <a:off x="6600240" y="5363280"/>
            <a:ext cx="479520" cy="540000"/>
          </a:xfrm>
          <a:prstGeom prst="straightConnector1">
            <a:avLst/>
          </a:prstGeom>
          <a:ln w="0">
            <a:solidFill>
              <a:srgbClr val="4472c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Application>LibreOffice/25.2.7.2$Windows_X86_64 LibreOffice_project/5cbfd1ab6520636bb5f7b99185aa69bd7456825d</Application>
  <AppVersion>15.0000</AppVersion>
  <Words>73</Words>
  <Paragraphs>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2021-03-11T14:14:40Z</dcterms:created>
  <dc:creator>Soledad Valero Cubas</dc:creator>
  <dc:description/>
  <dc:language>es-ES</dc:language>
  <cp:lastModifiedBy/>
  <dcterms:modified xsi:type="dcterms:W3CDTF">2026-05-09T20:34:38Z</dcterms:modified>
  <cp:revision>15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</vt:i4>
  </property>
</Properties>
</file>