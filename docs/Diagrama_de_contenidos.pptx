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1AE3CA-DD92-4AC2-AC33-163999FD6A8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200" cy="23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000460-E77F-4342-B7D4-AA6BC65124E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6BDF54-55F6-4436-BF47-7B0A825D851A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28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44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0DAFC3-B3C2-4ED5-BCDE-16A19349033D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51E7A1-434F-4341-9B03-24A8EB14C1B2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800" cy="285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8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8F63F9-8DFE-4073-8278-61426440D912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ABA11F-9DF0-433D-8F29-A9B2A31C223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92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92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48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48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371373-B04D-4B94-B0EE-F78086BDA15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578914-5E8B-4139-A62B-92A53818976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147E12-A6BB-41DC-8EB0-A6F87FA3A9E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813916-306B-4B1C-835A-1CD16D9A4DE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5 Redondear rectángulo de esquina diagonal"/>
          <p:cNvSpPr/>
          <p:nvPr/>
        </p:nvSpPr>
        <p:spPr>
          <a:xfrm>
            <a:off x="837000" y="205344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5 Redondear rectángulo de esquina diagonal"/>
          <p:cNvSpPr/>
          <p:nvPr/>
        </p:nvSpPr>
        <p:spPr>
          <a:xfrm>
            <a:off x="2759040" y="61344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5 Redondear rectángulo de esquina diagonal"/>
          <p:cNvSpPr/>
          <p:nvPr/>
        </p:nvSpPr>
        <p:spPr>
          <a:xfrm>
            <a:off x="5040000" y="205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Historial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5 Redondear rectángulo de esquina diagonal"/>
          <p:cNvSpPr/>
          <p:nvPr/>
        </p:nvSpPr>
        <p:spPr>
          <a:xfrm>
            <a:off x="2759040" y="277344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adroTexto 37"/>
          <p:cNvSpPr/>
          <p:nvPr/>
        </p:nvSpPr>
        <p:spPr>
          <a:xfrm>
            <a:off x="105480" y="175320"/>
            <a:ext cx="2773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Diagrama de contenidos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ector recto de flecha 2"/>
          <p:cNvCxnSpPr>
            <a:stCxn id="59" idx="0"/>
            <a:endCxn id="60" idx="1"/>
          </p:cNvCxnSpPr>
          <p:nvPr/>
        </p:nvCxnSpPr>
        <p:spPr>
          <a:xfrm flipV="1">
            <a:off x="1617480" y="936360"/>
            <a:ext cx="1141920" cy="111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5" name="Conector recto de flecha 4"/>
          <p:cNvCxnSpPr>
            <a:stCxn id="62" idx="3"/>
            <a:endCxn id="66" idx="1"/>
          </p:cNvCxnSpPr>
          <p:nvPr/>
        </p:nvCxnSpPr>
        <p:spPr>
          <a:xfrm flipV="1">
            <a:off x="4320000" y="1402920"/>
            <a:ext cx="720360" cy="16938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7" name="Conector recto de flecha 5"/>
          <p:cNvCxnSpPr>
            <a:stCxn id="62" idx="3"/>
            <a:endCxn id="61" idx="1"/>
          </p:cNvCxnSpPr>
          <p:nvPr/>
        </p:nvCxnSpPr>
        <p:spPr>
          <a:xfrm flipV="1">
            <a:off x="4320000" y="2376720"/>
            <a:ext cx="720360" cy="7200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8" name="Conector recto de flecha 6"/>
          <p:cNvCxnSpPr>
            <a:stCxn id="59" idx="2"/>
            <a:endCxn id="62" idx="1"/>
          </p:cNvCxnSpPr>
          <p:nvPr/>
        </p:nvCxnSpPr>
        <p:spPr>
          <a:xfrm>
            <a:off x="1617480" y="2699640"/>
            <a:ext cx="1141920" cy="3970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9" name="5 Redondear rectángulo de esquina diagonal 1"/>
          <p:cNvSpPr/>
          <p:nvPr/>
        </p:nvSpPr>
        <p:spPr>
          <a:xfrm>
            <a:off x="4919040" y="493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Actividades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5 Redondear rectángulo de esquina diagonal 3"/>
          <p:cNvSpPr/>
          <p:nvPr/>
        </p:nvSpPr>
        <p:spPr>
          <a:xfrm>
            <a:off x="5040000" y="30600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Mapas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5 Redondear rectángulo de esquina diagonal 4"/>
          <p:cNvSpPr/>
          <p:nvPr/>
        </p:nvSpPr>
        <p:spPr>
          <a:xfrm>
            <a:off x="5040000" y="10800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5 Redondear rectángulo de esquina diagonal 5"/>
          <p:cNvSpPr/>
          <p:nvPr/>
        </p:nvSpPr>
        <p:spPr>
          <a:xfrm>
            <a:off x="7079040" y="205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Ver sesión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Conector recto de flecha 9"/>
          <p:cNvCxnSpPr>
            <a:stCxn id="61" idx="3"/>
            <a:endCxn id="71" idx="1"/>
          </p:cNvCxnSpPr>
          <p:nvPr/>
        </p:nvCxnSpPr>
        <p:spPr>
          <a:xfrm>
            <a:off x="6600960" y="2376720"/>
            <a:ext cx="47844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3" name="Conector recto de flecha 10"/>
          <p:cNvCxnSpPr>
            <a:stCxn id="62" idx="3"/>
            <a:endCxn id="69" idx="1"/>
          </p:cNvCxnSpPr>
          <p:nvPr/>
        </p:nvCxnSpPr>
        <p:spPr>
          <a:xfrm>
            <a:off x="4320000" y="3096360"/>
            <a:ext cx="599400" cy="21607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4" name="Conector recto de flecha 11"/>
          <p:cNvCxnSpPr>
            <a:stCxn id="62" idx="3"/>
            <a:endCxn id="70" idx="1"/>
          </p:cNvCxnSpPr>
          <p:nvPr/>
        </p:nvCxnSpPr>
        <p:spPr>
          <a:xfrm>
            <a:off x="4320000" y="3096360"/>
            <a:ext cx="720360" cy="2869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5" name="5 Redondear rectángulo de esquina diagonal 6"/>
          <p:cNvSpPr/>
          <p:nvPr/>
        </p:nvSpPr>
        <p:spPr>
          <a:xfrm>
            <a:off x="7079040" y="30600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Añadir mapa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ector recto de flecha 13"/>
          <p:cNvCxnSpPr>
            <a:stCxn id="77" idx="3"/>
            <a:endCxn id="78" idx="1"/>
          </p:cNvCxnSpPr>
          <p:nvPr/>
        </p:nvCxnSpPr>
        <p:spPr>
          <a:xfrm>
            <a:off x="8640000" y="5256720"/>
            <a:ext cx="41940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9" name="Conector recto de flecha 15"/>
          <p:cNvCxnSpPr>
            <a:stCxn id="69" idx="3"/>
            <a:endCxn id="80" idx="1"/>
          </p:cNvCxnSpPr>
          <p:nvPr/>
        </p:nvCxnSpPr>
        <p:spPr>
          <a:xfrm flipV="1">
            <a:off x="6480000" y="4356720"/>
            <a:ext cx="599400" cy="900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1" name="Conector recto de flecha 16"/>
          <p:cNvCxnSpPr>
            <a:stCxn id="70" idx="3"/>
            <a:endCxn id="75" idx="1"/>
          </p:cNvCxnSpPr>
          <p:nvPr/>
        </p:nvCxnSpPr>
        <p:spPr>
          <a:xfrm>
            <a:off x="6600960" y="3382920"/>
            <a:ext cx="47844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7" name="5 Redondear rectángulo de esquina diagonal 7"/>
          <p:cNvSpPr/>
          <p:nvPr/>
        </p:nvSpPr>
        <p:spPr>
          <a:xfrm>
            <a:off x="7079040" y="493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Visualizar actividad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5 Redondear rectángulo de esquina diagonal 8"/>
          <p:cNvSpPr/>
          <p:nvPr/>
        </p:nvSpPr>
        <p:spPr>
          <a:xfrm>
            <a:off x="7079040" y="403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Importar GPX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5 Redondear rectángulo de esquina diagonal 12"/>
          <p:cNvSpPr/>
          <p:nvPr/>
        </p:nvSpPr>
        <p:spPr>
          <a:xfrm>
            <a:off x="9059040" y="493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Añadir anotación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Conector recto de flecha 1"/>
          <p:cNvCxnSpPr>
            <a:stCxn id="69" idx="3"/>
            <a:endCxn id="77" idx="1"/>
          </p:cNvCxnSpPr>
          <p:nvPr/>
        </p:nvCxnSpPr>
        <p:spPr>
          <a:xfrm>
            <a:off x="6480000" y="5256720"/>
            <a:ext cx="59940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83" name="5 Redondear rectángulo de esquina diagonal 2"/>
          <p:cNvSpPr/>
          <p:nvPr/>
        </p:nvSpPr>
        <p:spPr>
          <a:xfrm>
            <a:off x="2759040" y="155016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Confirmar registro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" name="Conector recto de flecha 3"/>
          <p:cNvCxnSpPr>
            <a:stCxn id="60" idx="2"/>
            <a:endCxn id="83" idx="0"/>
          </p:cNvCxnSpPr>
          <p:nvPr/>
        </p:nvCxnSpPr>
        <p:spPr>
          <a:xfrm>
            <a:off x="3539520" y="1259640"/>
            <a:ext cx="360" cy="2908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5" name="Conector recto de flecha 7"/>
          <p:cNvCxnSpPr>
            <a:stCxn id="83" idx="1"/>
            <a:endCxn id="59" idx="3"/>
          </p:cNvCxnSpPr>
          <p:nvPr/>
        </p:nvCxnSpPr>
        <p:spPr>
          <a:xfrm flipH="1">
            <a:off x="2397960" y="1873080"/>
            <a:ext cx="361440" cy="5036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86" name="5 Redondear rectángulo de esquina diagonal 10"/>
          <p:cNvSpPr/>
          <p:nvPr/>
        </p:nvSpPr>
        <p:spPr>
          <a:xfrm>
            <a:off x="7079040" y="5833800"/>
            <a:ext cx="1560960" cy="6462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Estadísticas mensuales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ector recto de flecha 12"/>
          <p:cNvCxnSpPr>
            <a:stCxn id="69" idx="3"/>
            <a:endCxn id="86" idx="1"/>
          </p:cNvCxnSpPr>
          <p:nvPr/>
        </p:nvCxnSpPr>
        <p:spPr>
          <a:xfrm>
            <a:off x="6480000" y="5256720"/>
            <a:ext cx="599400" cy="900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2026-05-06T19:43:02Z</dcterms:modified>
  <cp:revision>13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