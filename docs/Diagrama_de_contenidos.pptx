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5789D1-01F7-41D0-92BD-0FD64C31151C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200" cy="580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1360" cy="580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44CAFF-8BA0-4124-9DB2-77624BB7BF9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F848DA-0BD8-4D93-895E-C0B512CD8B6D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2720" cy="284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2720" cy="149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CCEC76-93D9-4132-B4F6-91501C00A8B0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8600" cy="434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8600" cy="434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99DA42-503E-49D0-AE59-8BA87BA4E4E5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4840" cy="82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4840" cy="368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0400" cy="82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0400" cy="368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7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8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52F26A-07FD-4E7F-8693-E80786A599E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D91F4F-13DE-479E-AFAC-9E4E7CBAFBD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8D23CA-2A7C-4BE4-849F-978CEB2D5265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28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9400" cy="159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9320" cy="487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9400" cy="380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50CC28-B4F5-4C58-8240-7314E8056B2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9400" cy="159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9320" cy="487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9400" cy="380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BE844D-5FBA-4442-B236-020C42AB919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120" cy="23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49CFB8-0749-43DD-AB5C-73198F2B1C3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5 Redondear rectángulo de esquina diagonal"/>
          <p:cNvSpPr/>
          <p:nvPr/>
        </p:nvSpPr>
        <p:spPr>
          <a:xfrm>
            <a:off x="1620000" y="252036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Autenticarse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5 Redondear rectángulo de esquina diagonal"/>
          <p:cNvSpPr/>
          <p:nvPr/>
        </p:nvSpPr>
        <p:spPr>
          <a:xfrm>
            <a:off x="3542040" y="162036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5 Redondear rectángulo de esquina diagonal"/>
          <p:cNvSpPr/>
          <p:nvPr/>
        </p:nvSpPr>
        <p:spPr>
          <a:xfrm>
            <a:off x="5823000" y="270000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Historial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5 Redondear rectángulo de esquina diagonal"/>
          <p:cNvSpPr/>
          <p:nvPr/>
        </p:nvSpPr>
        <p:spPr>
          <a:xfrm>
            <a:off x="3542040" y="342000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Principal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CuadroTexto 37"/>
          <p:cNvSpPr/>
          <p:nvPr/>
        </p:nvSpPr>
        <p:spPr>
          <a:xfrm>
            <a:off x="105480" y="175320"/>
            <a:ext cx="2772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Diagrama de contenidos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Conector recto de flecha 2"/>
          <p:cNvCxnSpPr>
            <a:stCxn id="59" idx="0"/>
            <a:endCxn id="60" idx="1"/>
          </p:cNvCxnSpPr>
          <p:nvPr/>
        </p:nvCxnSpPr>
        <p:spPr>
          <a:xfrm flipV="1">
            <a:off x="2399760" y="1942920"/>
            <a:ext cx="1142640" cy="5778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5" name="Conector recto de flecha 4"/>
          <p:cNvCxnSpPr>
            <a:stCxn id="62" idx="3"/>
            <a:endCxn id="66" idx="1"/>
          </p:cNvCxnSpPr>
          <p:nvPr/>
        </p:nvCxnSpPr>
        <p:spPr>
          <a:xfrm flipV="1">
            <a:off x="5101920" y="2017440"/>
            <a:ext cx="718560" cy="17254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7" name="Conector recto de flecha 5"/>
          <p:cNvCxnSpPr>
            <a:stCxn id="62" idx="3"/>
            <a:endCxn id="61" idx="1"/>
          </p:cNvCxnSpPr>
          <p:nvPr/>
        </p:nvCxnSpPr>
        <p:spPr>
          <a:xfrm flipV="1">
            <a:off x="5101920" y="3022560"/>
            <a:ext cx="721440" cy="720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8" name="Conector recto de flecha 6"/>
          <p:cNvCxnSpPr>
            <a:stCxn id="59" idx="2"/>
            <a:endCxn id="62" idx="1"/>
          </p:cNvCxnSpPr>
          <p:nvPr/>
        </p:nvCxnSpPr>
        <p:spPr>
          <a:xfrm>
            <a:off x="2399760" y="3165480"/>
            <a:ext cx="1142640" cy="577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69" name="5 Redondear rectángulo de esquina diagonal 1"/>
          <p:cNvSpPr/>
          <p:nvPr/>
        </p:nvSpPr>
        <p:spPr>
          <a:xfrm>
            <a:off x="5820120" y="475488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Actividades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5 Redondear rectángulo de esquina diagonal 3"/>
          <p:cNvSpPr/>
          <p:nvPr/>
        </p:nvSpPr>
        <p:spPr>
          <a:xfrm>
            <a:off x="5820120" y="374256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Mapas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5 Redondear rectángulo de esquina diagonal 4"/>
          <p:cNvSpPr/>
          <p:nvPr/>
        </p:nvSpPr>
        <p:spPr>
          <a:xfrm>
            <a:off x="5820120" y="169488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Perfil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Conector recto de flecha 10"/>
          <p:cNvCxnSpPr>
            <a:stCxn id="62" idx="3"/>
            <a:endCxn id="69" idx="1"/>
          </p:cNvCxnSpPr>
          <p:nvPr/>
        </p:nvCxnSpPr>
        <p:spPr>
          <a:xfrm>
            <a:off x="5101920" y="3742560"/>
            <a:ext cx="718560" cy="13352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2" name="Conector recto de flecha 11"/>
          <p:cNvCxnSpPr>
            <a:stCxn id="62" idx="3"/>
            <a:endCxn id="70" idx="1"/>
          </p:cNvCxnSpPr>
          <p:nvPr/>
        </p:nvCxnSpPr>
        <p:spPr>
          <a:xfrm>
            <a:off x="5101920" y="3742560"/>
            <a:ext cx="718560" cy="3229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3" name="5 Redondear rectángulo de esquina diagonal 7"/>
          <p:cNvSpPr/>
          <p:nvPr/>
        </p:nvSpPr>
        <p:spPr>
          <a:xfrm>
            <a:off x="7862400" y="475488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Visualizar actividad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" name="Conector recto de flecha 1"/>
          <p:cNvCxnSpPr>
            <a:stCxn id="69" idx="3"/>
            <a:endCxn id="73" idx="1"/>
          </p:cNvCxnSpPr>
          <p:nvPr/>
        </p:nvCxnSpPr>
        <p:spPr>
          <a:xfrm>
            <a:off x="7380000" y="5077440"/>
            <a:ext cx="48276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2026-05-20T20:32:28Z</dcterms:modified>
  <cp:revision>18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