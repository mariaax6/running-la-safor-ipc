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40D6E0-9EA1-4506-9A7E-23FEBD0E98E4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200" cy="8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200" cy="36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CE28AE-AD33-49AB-B3D3-D3BF11993DEF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D614B9-E5C3-4C89-BB99-B43F03169297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375323-7C34-4434-AB90-1F37B607916E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8C3AC9-B69C-48ED-AFAA-6E4A5118C2C2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D3C3AB-921D-4AFE-9FA0-26EBB7D3BCFA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695A61-7347-4BF3-A163-ED653DCAB35D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A0E64D-9A3A-4D6D-9080-6DE7244153D8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000" cy="581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160" cy="581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35E92C-256E-4B5E-9D6A-90BDBC5583A3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3C38AD-3DE7-45E9-9173-DE98C42A8DB2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CC7789B-7CDC-40FC-9B2C-1E69E94EC82B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2 Marcador de contenido"/>
          <p:cNvSpPr/>
          <p:nvPr/>
        </p:nvSpPr>
        <p:spPr>
          <a:xfrm>
            <a:off x="3651840" y="1213920"/>
            <a:ext cx="2519280" cy="49885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Nombre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Objetivo</a:t>
            </a:r>
            <a:r>
              <a:rPr b="0" lang="en-GB" sz="105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:</a:t>
            </a:r>
            <a:endParaRPr b="0" lang="es-E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Funciones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200000"/>
              <a:buFont typeface="Wingdings" charset="2"/>
              <a:buChar char="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System action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User action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Enlaces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►►In parallel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► Replaces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Objectos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Restricciones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2 Marcador de contenido 1"/>
          <p:cNvSpPr/>
          <p:nvPr/>
        </p:nvSpPr>
        <p:spPr>
          <a:xfrm>
            <a:off x="723240" y="1083240"/>
            <a:ext cx="2519280" cy="5219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Nombre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r>
              <a:rPr b="0" lang="en-GB" sz="105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Principal</a:t>
            </a:r>
            <a:endParaRPr b="0" lang="es-E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Objetivo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Acceder rápidamente a las funciones más importantes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Funciones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Abrir actividades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Importar GPX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Abrir historial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Gestionar mapas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Modificar perfil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Cerrar sesión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algn="l" pos="355680"/>
              </a:tabLst>
            </a:pP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Enlaces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Actividades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Historial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Perfil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Mapas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Logout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434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Objectos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Usuario, actividades, mapas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Restricciones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Solo accesible con sesión iniciada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CuadroTexto 35"/>
          <p:cNvSpPr/>
          <p:nvPr/>
        </p:nvSpPr>
        <p:spPr>
          <a:xfrm>
            <a:off x="644760" y="363240"/>
            <a:ext cx="223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Plantilla contenedor principal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CuadroTexto 36"/>
          <p:cNvSpPr/>
          <p:nvPr/>
        </p:nvSpPr>
        <p:spPr>
          <a:xfrm>
            <a:off x="3651840" y="567720"/>
            <a:ext cx="2423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Regular container template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2 Marcador de contenido 2"/>
          <p:cNvSpPr/>
          <p:nvPr/>
        </p:nvSpPr>
        <p:spPr>
          <a:xfrm>
            <a:off x="3651840" y="1080000"/>
            <a:ext cx="2519280" cy="51224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Nombre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Autenticarse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Objetivo</a:t>
            </a:r>
            <a:r>
              <a:rPr b="0" lang="en-GB" sz="105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: Permitir al usuario acceder a la aplicación mediante nickname y contraseña </a:t>
            </a:r>
            <a:endParaRPr b="0" lang="es-E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Funciones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Introducir nickname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Introducir contraseña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Validar credenciales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Acceder a la aplicación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Mostrar error si el login falla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Enlaces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► Registrarse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68200" defTabSz="9144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► Principal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Objectos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Usuario, sesión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spcAft>
                <a:spcPts val="283"/>
              </a:spcAft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Restricciones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68200"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- El nickname debe existir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68200" defTabSz="914400">
              <a:lnSpc>
                <a:spcPct val="90000"/>
              </a:lnSpc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68200"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- La contraseña debe coincidir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68200" defTabSz="914400">
              <a:lnSpc>
                <a:spcPct val="90000"/>
              </a:lnSpc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68200"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- No se puede acceder con campos vacíos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64" name="2 Marcador de contenido 3"/>
          <p:cNvSpPr/>
          <p:nvPr/>
        </p:nvSpPr>
        <p:spPr>
          <a:xfrm>
            <a:off x="723240" y="1083240"/>
            <a:ext cx="2519280" cy="5219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Nombre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r>
              <a:rPr b="0" lang="en-GB" sz="105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Principal</a:t>
            </a:r>
            <a:endParaRPr b="0" lang="es-E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Objetivo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Acceder rápidamente a las funciones más importantes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Funciones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Abrir actividades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Importar GPX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Abrir historial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Gestionar mapas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Modificar perfil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Cerrar sesión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algn="l" pos="355680"/>
              </a:tabLst>
            </a:pP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Enlaces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Actividades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Historial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Perfil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Mapas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Logout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434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Objectos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Usuario, actividades, mapas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Restricciones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- Solo accesible con sesión iniciada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2 Marcador de contenido 4"/>
          <p:cNvSpPr/>
          <p:nvPr/>
        </p:nvSpPr>
        <p:spPr>
          <a:xfrm>
            <a:off x="6480000" y="360000"/>
            <a:ext cx="2519280" cy="58147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Nombre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Registrarse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Objetivo</a:t>
            </a:r>
            <a:r>
              <a:rPr b="0" lang="en-GB" sz="105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: Permitir crear una cuenta nueva</a:t>
            </a:r>
            <a:endParaRPr b="0" lang="es-E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Funciones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Introducir nickname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Introducir email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Introducir contraseña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Introducir fecha de nacimiento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Seleccionar avatar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Validar datos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Registrar usuario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Enlaces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► Autenticarse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► Confirmar registro 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Objectos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Usuario, avatar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Restricciones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Nickname único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Nickname entre 6 y 15 caracteres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Contraseña segura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Email válido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Mayor de 12 años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2 Marcador de contenido 5"/>
          <p:cNvSpPr/>
          <p:nvPr/>
        </p:nvSpPr>
        <p:spPr>
          <a:xfrm>
            <a:off x="9360000" y="1620000"/>
            <a:ext cx="2519280" cy="45547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Nombre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Perfil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i="1" lang="en-GB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Objetivo</a:t>
            </a: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: Gestionar la información del usuario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Funciones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Cambiar email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Cambiar contraseña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Cambiar avatar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Cambiar fecha de nacimiento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Guardar cambios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Enlaces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► Volver al menú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Objectos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Usuario, avatar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Restricciones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Aplicar validaciones del registro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68200" defTabSz="9144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Nickname no editable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Application>LibreOffice/25.2.7.2$Windows_X86_64 LibreOffice_project/5cbfd1ab6520636bb5f7b99185aa69bd7456825d</Application>
  <AppVersion>15.0000</AppVersion>
  <Words>73</Words>
  <Paragraphs>29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2021-03-11T14:14:40Z</dcterms:created>
  <dc:creator>Soledad Valero Cubas</dc:creator>
  <dc:description/>
  <dc:language>es-ES</dc:language>
  <cp:lastModifiedBy/>
  <dcterms:modified xsi:type="dcterms:W3CDTF">2026-05-04T20:57:54Z</dcterms:modified>
  <cp:revision>9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1</vt:i4>
  </property>
</Properties>
</file>