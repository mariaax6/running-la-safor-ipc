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n con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0480" cy="159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0400" cy="4871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0480" cy="380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E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88A4B37-216D-4DEB-AF6F-7FE0000DFB67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iapositiva de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200" cy="2385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C0326E7-CBC9-4BD3-B7DD-39BA5ADB9B71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ítulo y texto vertic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800" cy="434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058C450-5050-4193-80D2-89EAB89D7248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ítulo vertical y tex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7280" cy="581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2440" cy="581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F9F1001-1768-440E-9A39-CB193EA06AEE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ítulo y objeto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800" cy="434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ACC8C42-2CA4-4598-B870-491CACE8D346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cabezado de secció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3800" cy="2850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3800" cy="149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ES" sz="24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9B23DD0-34C9-4571-9B98-088F64C6198D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os objeto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79680" cy="434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79680" cy="434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E0016CF-8045-448B-9C1C-03FF842D40D7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ció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5920" cy="82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5920" cy="368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1480" cy="82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1480" cy="368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8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12D7EFB-2E44-4032-A107-B739343FC9B4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olo el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C51512A-E339-43DA-AA07-B1A3316FCF7F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 blanc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378AD6D-461B-4112-85D7-8FAE067912D0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3976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ido con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0480" cy="159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0400" cy="487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0480" cy="380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E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031C69C-04E6-4589-BB20-39386C5B0CAF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2 Marcador de contenido 4"/>
          <p:cNvSpPr/>
          <p:nvPr/>
        </p:nvSpPr>
        <p:spPr>
          <a:xfrm>
            <a:off x="3420000" y="485640"/>
            <a:ext cx="2518560" cy="5814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Nombre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Registrarse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Objetivo</a:t>
            </a:r>
            <a:r>
              <a:rPr b="0" lang="en-GB" sz="105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: Permitir crear una cuenta nueva</a:t>
            </a:r>
            <a:endParaRPr b="0" lang="es-E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Funciones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Introducir nickname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Introducir email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Introducir contraseña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Introducir fecha de nacimiento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Seleccionar avatar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Font typeface="Wingdings" charset="2"/>
              <a:buChar char="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Validar datos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Font typeface="Wingdings" charset="2"/>
              <a:buChar char="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Registrar usuario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Enlaces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499"/>
              </a:spcBef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► Autenticarse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► Confirmar registro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Objectos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Usuario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Restricciones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 Nickname único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 Nickname entre 6 y 15 caracteres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 Contraseña segura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 Email válido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 Mayor de 12 años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2 Marcador de contenido 5"/>
          <p:cNvSpPr/>
          <p:nvPr/>
        </p:nvSpPr>
        <p:spPr>
          <a:xfrm>
            <a:off x="6300000" y="1800000"/>
            <a:ext cx="2518560" cy="269964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Nombre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Confirmar registro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i="1" lang="en-GB" sz="1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Objetivo</a:t>
            </a: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: Confirmar al usuario que su cuenta se ha creado correctamente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Funciones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Font typeface="Wingdings" charset="2"/>
              <a:buChar char="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Mostrar el mensaje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Enlaces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► Autenticarse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Objectos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Restricciones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2 Marcador de contenido 2"/>
          <p:cNvSpPr/>
          <p:nvPr/>
        </p:nvSpPr>
        <p:spPr>
          <a:xfrm>
            <a:off x="540000" y="817920"/>
            <a:ext cx="2518560" cy="512172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Nombre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Autenticarse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Objetivo</a:t>
            </a:r>
            <a:r>
              <a:rPr b="0" lang="en-GB" sz="105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: Permitir al usuario acceder a la aplicación mediante nickname y contraseña </a:t>
            </a:r>
            <a:endParaRPr b="0" lang="es-E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Funciones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Introducir nickname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Introducir contraseña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Acceder a la aplicación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Font typeface="Wingdings" charset="2"/>
              <a:buChar char="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Validar credenciales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Font typeface="Wingdings" charset="2"/>
              <a:buChar char="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Mostrar error si el login falla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Enlaces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624"/>
              </a:spcBef>
              <a:spcAft>
                <a:spcPts val="425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► Registrarse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624"/>
              </a:spcBef>
              <a:spcAft>
                <a:spcPts val="425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► Principal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Objectos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Usuario, sesión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spcAft>
                <a:spcPts val="283"/>
              </a:spcAft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Restricciones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- El nickname debe existir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tabLst>
                <a:tab algn="l" pos="0"/>
              </a:tabLst>
            </a:pP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- La contraseña debe coincidir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tabLst>
                <a:tab algn="l" pos="0"/>
              </a:tabLst>
            </a:pP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- No se puede acceder con campos vacíos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2 Marcador de contenido 1"/>
          <p:cNvSpPr/>
          <p:nvPr/>
        </p:nvSpPr>
        <p:spPr>
          <a:xfrm>
            <a:off x="9180000" y="1025640"/>
            <a:ext cx="2518560" cy="4554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Nombre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Perfil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i="1" lang="en-GB" sz="1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Objetivo</a:t>
            </a: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: Gestionar la información del usuario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Funciones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Cambiar email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Cambiar contraseña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Cambiar avatar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Cambiar fecha de nacimiento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Font typeface="Wingdings" charset="2"/>
              <a:buChar char="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Validar datos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Font typeface="Wingdings" charset="2"/>
              <a:buChar char="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Guardar cambios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Enlaces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► Principal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Objectos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Usuario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Restricciones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624"/>
              </a:spcBef>
              <a:spcAft>
                <a:spcPts val="425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 Aplicar validaciones del registro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624"/>
              </a:spcBef>
              <a:spcAft>
                <a:spcPts val="425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 Nickname no editable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5 Redondear rectángulo de esquina diagonal"/>
          <p:cNvSpPr/>
          <p:nvPr/>
        </p:nvSpPr>
        <p:spPr>
          <a:xfrm>
            <a:off x="4739040" y="3060000"/>
            <a:ext cx="1560600" cy="64584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 anchorCtr="1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Autenticarse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5 Redondear rectángulo de esquina diagonal 1"/>
          <p:cNvSpPr/>
          <p:nvPr/>
        </p:nvSpPr>
        <p:spPr>
          <a:xfrm>
            <a:off x="6661080" y="1800000"/>
            <a:ext cx="1560600" cy="64584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Registrarse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5 Redondear rectángulo de esquina diagonal 3"/>
          <p:cNvSpPr/>
          <p:nvPr/>
        </p:nvSpPr>
        <p:spPr>
          <a:xfrm>
            <a:off x="6661080" y="3780000"/>
            <a:ext cx="1560600" cy="64584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Principal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6" name="Conector recto de flecha 2"/>
          <p:cNvCxnSpPr>
            <a:stCxn id="63" idx="0"/>
            <a:endCxn id="64" idx="1"/>
          </p:cNvCxnSpPr>
          <p:nvPr/>
        </p:nvCxnSpPr>
        <p:spPr>
          <a:xfrm flipV="1">
            <a:off x="5519160" y="2122920"/>
            <a:ext cx="1142280" cy="93744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67" name="Conector recto de flecha 4"/>
          <p:cNvCxnSpPr>
            <a:stCxn id="65" idx="3"/>
            <a:endCxn id="68" idx="1"/>
          </p:cNvCxnSpPr>
          <p:nvPr/>
        </p:nvCxnSpPr>
        <p:spPr>
          <a:xfrm>
            <a:off x="8221680" y="4102920"/>
            <a:ext cx="477720" cy="36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69" name="Conector recto de flecha 6"/>
          <p:cNvCxnSpPr>
            <a:stCxn id="63" idx="2"/>
            <a:endCxn id="65" idx="1"/>
          </p:cNvCxnSpPr>
          <p:nvPr/>
        </p:nvCxnSpPr>
        <p:spPr>
          <a:xfrm>
            <a:off x="5519160" y="3705840"/>
            <a:ext cx="1142280" cy="39744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sp>
        <p:nvSpPr>
          <p:cNvPr id="68" name="5 Redondear rectángulo de esquina diagonal 4"/>
          <p:cNvSpPr/>
          <p:nvPr/>
        </p:nvSpPr>
        <p:spPr>
          <a:xfrm>
            <a:off x="8699040" y="3780000"/>
            <a:ext cx="1560600" cy="64584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Perfil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5 Redondear rectángulo de esquina diagonal 5"/>
          <p:cNvSpPr/>
          <p:nvPr/>
        </p:nvSpPr>
        <p:spPr>
          <a:xfrm>
            <a:off x="6661080" y="2773800"/>
            <a:ext cx="1560600" cy="64584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Confirmar registro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" name="Conector recto de flecha 3"/>
          <p:cNvCxnSpPr>
            <a:stCxn id="64" idx="2"/>
            <a:endCxn id="70" idx="0"/>
          </p:cNvCxnSpPr>
          <p:nvPr/>
        </p:nvCxnSpPr>
        <p:spPr>
          <a:xfrm>
            <a:off x="7441200" y="2445840"/>
            <a:ext cx="360" cy="32832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72" name="Conector recto de flecha 7"/>
          <p:cNvCxnSpPr>
            <a:stCxn id="70" idx="1"/>
            <a:endCxn id="63" idx="3"/>
          </p:cNvCxnSpPr>
          <p:nvPr/>
        </p:nvCxnSpPr>
        <p:spPr>
          <a:xfrm flipH="1">
            <a:off x="6299640" y="3096720"/>
            <a:ext cx="361800" cy="28656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sp>
        <p:nvSpPr>
          <p:cNvPr id="73" name="2 Marcador de contenido 3"/>
          <p:cNvSpPr/>
          <p:nvPr/>
        </p:nvSpPr>
        <p:spPr>
          <a:xfrm>
            <a:off x="900000" y="720000"/>
            <a:ext cx="2518560" cy="539964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Nombre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r>
              <a:rPr b="0" lang="en-GB" sz="105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Principal</a:t>
            </a:r>
            <a:endParaRPr b="0" lang="es-E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Objetivo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Acceder rápidamente a las funciones más importantes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Funciones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Ir a Actividades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Ir a Historial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Ir a Mapas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Ir a Perfil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Cerrar sesión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tabLst>
                <a:tab algn="l" pos="355680"/>
              </a:tabLst>
            </a:pP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Enlaces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  <a:ea typeface="Microsoft YaHei"/>
              </a:rPr>
              <a:t>► Actividades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  <a:ea typeface="Microsoft YaHei"/>
              </a:rPr>
              <a:t>► Historial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  <a:ea typeface="Microsoft YaHei"/>
              </a:rPr>
              <a:t>► Perfil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  <a:ea typeface="Microsoft YaHei"/>
              </a:rPr>
              <a:t>► Mapas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434"/>
              </a:spcBef>
              <a:tabLst>
                <a:tab algn="l" pos="0"/>
              </a:tabLst>
            </a:pP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434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Objectos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Restricciones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- Solo accesible con sesión iniciada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146</TotalTime>
  <Application>LibreOffice/25.2.7.2$Windows_X86_64 LibreOffice_project/5cbfd1ab6520636bb5f7b99185aa69bd7456825d</Application>
  <AppVersion>15.0000</AppVersion>
  <Words>73</Words>
  <Paragraphs>29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2021-03-11T14:14:40Z</dcterms:created>
  <dc:creator>Soledad Valero Cubas</dc:creator>
  <dc:description/>
  <dc:language>es-ES</dc:language>
  <cp:lastModifiedBy/>
  <dcterms:modified xsi:type="dcterms:W3CDTF">2026-05-06T19:13:09Z</dcterms:modified>
  <cp:revision>15</cp:revision>
  <dc:subject/>
  <dc:title>Presentación de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Panorámica</vt:lpwstr>
  </property>
  <property fmtid="{D5CDD505-2E9C-101B-9397-08002B2CF9AE}" pid="3" name="Slides">
    <vt:i4>1</vt:i4>
  </property>
</Properties>
</file>