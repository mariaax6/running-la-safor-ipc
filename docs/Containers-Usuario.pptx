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Encabezado de secció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3080" cy="2850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3080" cy="1497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s-ES" sz="24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228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A66EB59-5EB4-454F-8831-C8A4217C4B58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os objeto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080" cy="1323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78960" cy="434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78960" cy="434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228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6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FCEC706-483F-4B3D-8137-C3B6DE50B7CF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ació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3080" cy="1323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5200" cy="821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5200" cy="368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0760" cy="821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0760" cy="368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6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7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228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8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B081868-A548-4315-8E9B-179AC07039EC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Solo el títu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080" cy="1323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228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38F2520-0766-4DCD-9107-F7B73BB648EB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En blanc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228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C54C4F1-F834-4594-A4B4-707B465E7FA4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0640" cy="114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0640" cy="397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ido con títu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29760" cy="1597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69680" cy="487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29760" cy="3809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s-E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228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E5889CE-1AC2-4B5D-8029-B5CA1CEE22C5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magen con títu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29760" cy="1597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69680" cy="4871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29760" cy="3809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s-E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228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D541B8A-BD24-4018-962D-9547E9751724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iapositiva de títu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1480" cy="2385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228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FF44258-7B98-4A95-B0F3-4537513100EF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ítulo y texto vertica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080" cy="1323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3080" cy="434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228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6AF5BAB-1B7D-4BB4-9AA3-66D6C10CC36F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Título vertical y tex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6560" cy="5809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1720" cy="5809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228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17097A9-DAB8-4297-A4C7-12A9A4073EE8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ítulo y objeto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080" cy="1323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3080" cy="434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228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FE0F82A-7683-4276-9CB2-7F17AFE5D693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2 Marcador de contenido 4"/>
          <p:cNvSpPr/>
          <p:nvPr/>
        </p:nvSpPr>
        <p:spPr>
          <a:xfrm>
            <a:off x="6300000" y="540000"/>
            <a:ext cx="2517840" cy="581328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Nombre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Registrarse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Objetivo</a:t>
            </a:r>
            <a:r>
              <a:rPr b="0" lang="en-GB" sz="105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: Permitir crear una cuenta nueva</a:t>
            </a:r>
            <a:endParaRPr b="0" lang="es-E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Funciones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Introducir nickname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Introducir email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Introducir contraseña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Introducir fecha de nacimiento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Seleccionar avatar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Font typeface="Wingdings" charset="2"/>
              <a:buChar char="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Validar datos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Font typeface="Wingdings" charset="2"/>
              <a:buChar char="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Registrar usuario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Enlaces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499"/>
              </a:spcBef>
              <a:tabLst>
                <a:tab algn="l" pos="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► Autenticarse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Objectos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Usuario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Restricciones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- Nickname único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- Nickname entre 6 y 15 caracteres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- Contraseña segura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- Email válido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- Mayor de 12 años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2 Marcador de contenido 2"/>
          <p:cNvSpPr/>
          <p:nvPr/>
        </p:nvSpPr>
        <p:spPr>
          <a:xfrm>
            <a:off x="3420000" y="900000"/>
            <a:ext cx="2517840" cy="51210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Nombre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Autenticarse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Objetivo</a:t>
            </a:r>
            <a:r>
              <a:rPr b="0" lang="en-GB" sz="105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: Permitir al usuario acceder a la aplicación mediante nickname y contraseña </a:t>
            </a:r>
            <a:endParaRPr b="0" lang="es-E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Funciones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Introducir nickname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Introducir contraseña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Acceder a la aplicación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Font typeface="Wingdings" charset="2"/>
              <a:buChar char="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Validar credenciales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Font typeface="Wingdings" charset="2"/>
              <a:buChar char="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Mostrar error si el login falla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Enlaces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624"/>
              </a:spcBef>
              <a:spcAft>
                <a:spcPts val="425"/>
              </a:spcAft>
              <a:tabLst>
                <a:tab algn="l" pos="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► Registrarse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624"/>
              </a:spcBef>
              <a:spcAft>
                <a:spcPts val="425"/>
              </a:spcAft>
              <a:tabLst>
                <a:tab algn="l" pos="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► Principal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Objectos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Usuario, sesión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1001"/>
              </a:spcBef>
              <a:spcAft>
                <a:spcPts val="283"/>
              </a:spcAft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Restricciones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- El nickname debe existir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tabLst>
                <a:tab algn="l" pos="0"/>
              </a:tabLst>
            </a:pP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- La contraseña debe coincidir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tabLst>
                <a:tab algn="l" pos="0"/>
              </a:tabLst>
            </a:pP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- No se puede acceder con campos vacíos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2 Marcador de contenido 1"/>
          <p:cNvSpPr/>
          <p:nvPr/>
        </p:nvSpPr>
        <p:spPr>
          <a:xfrm>
            <a:off x="9180000" y="1134360"/>
            <a:ext cx="2517840" cy="455328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Nombre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Perfil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i="1" lang="en-GB" sz="1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Objetivo</a:t>
            </a: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: Gestionar la información del usuario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Funciones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Cambiar email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Cambiar contraseña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Cambiar avatar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Cambiar fecha de nacimiento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Font typeface="Wingdings" charset="2"/>
              <a:buChar char="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Validar datos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Font typeface="Wingdings" charset="2"/>
              <a:buChar char="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Guardar cambios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Enlaces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► Principal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Objectos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Usuario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Restricciones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624"/>
              </a:spcBef>
              <a:spcAft>
                <a:spcPts val="425"/>
              </a:spcAft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- Aplicar validaciones del registro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624"/>
              </a:spcBef>
              <a:spcAft>
                <a:spcPts val="425"/>
              </a:spcAft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- Nickname no editable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2 Marcador de contenido 3"/>
          <p:cNvSpPr/>
          <p:nvPr/>
        </p:nvSpPr>
        <p:spPr>
          <a:xfrm>
            <a:off x="540000" y="720000"/>
            <a:ext cx="2517840" cy="539892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Nombre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</a:t>
            </a:r>
            <a:r>
              <a:rPr b="0" lang="en-GB" sz="105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Principal</a:t>
            </a:r>
            <a:endParaRPr b="0" lang="es-E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Objetivo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Acceder rápidamente a las funciones más importantes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Funciones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Ir a Actividades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Ir a Historial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Ir a Mapas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Ir a Perfil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Cerrar sesión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tabLst>
                <a:tab algn="l" pos="355680"/>
              </a:tabLst>
            </a:pP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Enlaces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: 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tabLst>
                <a:tab algn="l" pos="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  <a:ea typeface="Microsoft YaHei"/>
              </a:rPr>
              <a:t>► Actividades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tabLst>
                <a:tab algn="l" pos="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  <a:ea typeface="Microsoft YaHei"/>
              </a:rPr>
              <a:t>► Historial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tabLst>
                <a:tab algn="l" pos="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  <a:ea typeface="Microsoft YaHei"/>
              </a:rPr>
              <a:t>► Perfil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tabLst>
                <a:tab algn="l" pos="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  <a:ea typeface="Microsoft YaHei"/>
              </a:rPr>
              <a:t>► Mapas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434"/>
              </a:spcBef>
              <a:tabLst>
                <a:tab algn="l" pos="0"/>
              </a:tabLst>
            </a:pP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434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Objectos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: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Restricciones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: 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- Solo accesible con sesión iniciada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5 Redondear rectángulo de esquina diagonal"/>
          <p:cNvSpPr/>
          <p:nvPr/>
        </p:nvSpPr>
        <p:spPr>
          <a:xfrm>
            <a:off x="3119760" y="2625480"/>
            <a:ext cx="1559880" cy="64512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 anchorCtr="1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Autenticarse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5 Redondear rectángulo de esquina diagonal 1"/>
          <p:cNvSpPr/>
          <p:nvPr/>
        </p:nvSpPr>
        <p:spPr>
          <a:xfrm>
            <a:off x="4920480" y="1800000"/>
            <a:ext cx="1559880" cy="64512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Registrarse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5 Redondear rectángulo de esquina diagonal 3"/>
          <p:cNvSpPr/>
          <p:nvPr/>
        </p:nvSpPr>
        <p:spPr>
          <a:xfrm>
            <a:off x="4920480" y="3345480"/>
            <a:ext cx="1559880" cy="64512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Principal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6" name="Conector recto de flecha 2"/>
          <p:cNvCxnSpPr>
            <a:stCxn id="63" idx="0"/>
            <a:endCxn id="64" idx="1"/>
          </p:cNvCxnSpPr>
          <p:nvPr/>
        </p:nvCxnSpPr>
        <p:spPr>
          <a:xfrm flipV="1">
            <a:off x="3899520" y="2122560"/>
            <a:ext cx="1021320" cy="50328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  <p:cxnSp>
        <p:nvCxnSpPr>
          <p:cNvPr id="67" name="Conector recto de flecha 4"/>
          <p:cNvCxnSpPr>
            <a:stCxn id="65" idx="3"/>
            <a:endCxn id="68" idx="1"/>
          </p:cNvCxnSpPr>
          <p:nvPr/>
        </p:nvCxnSpPr>
        <p:spPr>
          <a:xfrm>
            <a:off x="6480360" y="3668040"/>
            <a:ext cx="599760" cy="36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  <p:cxnSp>
        <p:nvCxnSpPr>
          <p:cNvPr id="69" name="Conector recto de flecha 6"/>
          <p:cNvCxnSpPr>
            <a:stCxn id="63" idx="2"/>
            <a:endCxn id="65" idx="1"/>
          </p:cNvCxnSpPr>
          <p:nvPr/>
        </p:nvCxnSpPr>
        <p:spPr>
          <a:xfrm>
            <a:off x="3899520" y="3270600"/>
            <a:ext cx="1021320" cy="39780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  <p:sp>
        <p:nvSpPr>
          <p:cNvPr id="68" name="5 Redondear rectángulo de esquina diagonal 4"/>
          <p:cNvSpPr/>
          <p:nvPr/>
        </p:nvSpPr>
        <p:spPr>
          <a:xfrm>
            <a:off x="7079760" y="3345480"/>
            <a:ext cx="1559880" cy="64512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Perfil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147</TotalTime>
  <Application>LibreOffice/25.2.7.2$Windows_X86_64 LibreOffice_project/5cbfd1ab6520636bb5f7b99185aa69bd7456825d</Application>
  <AppVersion>15.0000</AppVersion>
  <Words>73</Words>
  <Paragraphs>29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2021-03-11T14:14:40Z</dcterms:created>
  <dc:creator>Soledad Valero Cubas</dc:creator>
  <dc:description/>
  <dc:language>es-ES</dc:language>
  <cp:lastModifiedBy/>
  <dcterms:modified xsi:type="dcterms:W3CDTF">2026-05-09T20:37:58Z</dcterms:modified>
  <cp:revision>19</cp:revision>
  <dc:subject/>
  <dc:title>Presentación de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Panorámica</vt:lpwstr>
  </property>
  <property fmtid="{D5CDD505-2E9C-101B-9397-08002B2CF9AE}" pid="3" name="Slides">
    <vt:i4>1</vt:i4>
  </property>
</Properties>
</file>