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lo el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74CB3B-9B5A-4758-B038-B971D0C585DB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 bl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5CE094-CAD5-476E-B0EB-3ADC5806E0AC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120" cy="159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040" cy="487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120" cy="380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49142B9-BA06-4835-AF7C-37673A701607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n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120" cy="159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040" cy="4871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120" cy="380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927917-4221-4668-BB6D-D74A0A548B07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a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1840" cy="238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E456E1-C566-44B0-982B-D02F9B0E7D50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y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9B346D5-96C3-4192-BEBF-2163DC5B7D6F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ítulo vertical y tex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6920" cy="580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2080" cy="580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A0DEE4-01A3-4264-9B5F-E04C80EFD961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y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02E780-FE61-482F-A869-F3CD3DC38B86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cabezado de sec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3440" cy="285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3440" cy="149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20456E-2573-4E8F-A76A-441E0B6459D3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os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7932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7932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2AE8A8-DDAD-4B1F-9423-E76B041B3AB7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5560" cy="82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5560" cy="368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1120" cy="82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1120" cy="368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6CCA55B-73DC-402B-A265-F78F2B1C889B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2 Marcador de contenido 4"/>
          <p:cNvSpPr/>
          <p:nvPr/>
        </p:nvSpPr>
        <p:spPr>
          <a:xfrm>
            <a:off x="6300000" y="360000"/>
            <a:ext cx="2518200" cy="581364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Registrarse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05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: Permitir crear una cuenta nueva</a:t>
            </a:r>
            <a:endParaRPr b="0" lang="es-E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nickname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email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contraseña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fecha de nacimiento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Seleccionar avatar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Validar datos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Registrar usuario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499"/>
              </a:spcBef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Autenticarse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Confirmar registro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Usuario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Nickname único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Nickname entre 6 y 15 caracteres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Contraseña segura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Email válido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Mayor de 12 años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2 Marcador de contenido 2"/>
          <p:cNvSpPr/>
          <p:nvPr/>
        </p:nvSpPr>
        <p:spPr>
          <a:xfrm>
            <a:off x="3421800" y="818640"/>
            <a:ext cx="2518200" cy="512136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Autenticarse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05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: Permitir al usuario acceder a la aplicación mediante nickname y contraseña </a:t>
            </a:r>
            <a:endParaRPr b="0" lang="es-E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nickname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contraseña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Acceder a la aplicación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Validar credenciales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Mostrar error si el login falla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Registrarse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Principal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Usuario, sesión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spcAft>
                <a:spcPts val="283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- El nickname debe existir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tabLst>
                <a:tab algn="l" pos="0"/>
              </a:tabLst>
            </a:pP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- La contraseña debe coincidir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tabLst>
                <a:tab algn="l" pos="0"/>
              </a:tabLst>
            </a:pP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- No se puede acceder con campos vacíos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2 Marcador de contenido 1"/>
          <p:cNvSpPr/>
          <p:nvPr/>
        </p:nvSpPr>
        <p:spPr>
          <a:xfrm>
            <a:off x="9180000" y="1025640"/>
            <a:ext cx="2518200" cy="455364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Perfil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i="1" lang="en-GB" sz="1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: Gestionar la información del usuario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Cambiar email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Cambiar contraseña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Cambiar avatar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Cambiar fecha de nacimiento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Validar datos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Guardar cambios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Principal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Usuario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Aplicar validaciones del registro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Nickname no editable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2 Marcador de contenido 3"/>
          <p:cNvSpPr/>
          <p:nvPr/>
        </p:nvSpPr>
        <p:spPr>
          <a:xfrm>
            <a:off x="541800" y="720720"/>
            <a:ext cx="2518200" cy="53992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r>
              <a:rPr b="0" lang="en-GB" sz="105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Principal</a:t>
            </a:r>
            <a:endParaRPr b="0" lang="es-E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Acceder rápidamente a las funciones más importantes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Ir a Actividades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Importar GPX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Ir a Historial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Ir a Mapas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Ir a Perfil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Cerrar sesión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tabLst>
                <a:tab algn="l" pos="355680"/>
              </a:tabLst>
            </a:pP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Actividades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Historial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Perfil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Mapas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434"/>
              </a:spcBef>
              <a:tabLst>
                <a:tab algn="l" pos="0"/>
              </a:tabLst>
            </a:pP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434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- Solo accesible con sesión iniciada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150</TotalTime>
  <Application>LibreOffice/25.2.7.2$Windows_X86_64 LibreOffice_project/5cbfd1ab6520636bb5f7b99185aa69bd7456825d</Application>
  <AppVersion>15.0000</AppVersion>
  <Words>73</Words>
  <Paragraphs>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2021-03-11T14:14:40Z</dcterms:created>
  <dc:creator>Soledad Valero Cubas</dc:creator>
  <dc:description/>
  <dc:language>es-ES</dc:language>
  <cp:lastModifiedBy/>
  <dcterms:modified xsi:type="dcterms:W3CDTF">2026-05-20T20:17:24Z</dcterms:modified>
  <cp:revision>17</cp:revision>
  <dc:subject/>
  <dc:title>Presentación de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Panorámica</vt:lpwstr>
  </property>
  <property fmtid="{D5CDD505-2E9C-101B-9397-08002B2CF9AE}" pid="3" name="Slides">
    <vt:i4>1</vt:i4>
  </property>
</Properties>
</file>